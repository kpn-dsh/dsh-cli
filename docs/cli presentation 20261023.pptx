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  <p:sldMasterId id="2147483732" r:id="rId5"/>
  </p:sldMasterIdLst>
  <p:notesMasterIdLst>
    <p:notesMasterId r:id="rId29"/>
  </p:notesMasterIdLst>
  <p:sldIdLst>
    <p:sldId id="269" r:id="rId6"/>
    <p:sldId id="2146848067" r:id="rId7"/>
    <p:sldId id="2146848070" r:id="rId8"/>
    <p:sldId id="2146848071" r:id="rId9"/>
    <p:sldId id="2146848028" r:id="rId10"/>
    <p:sldId id="2146848034" r:id="rId11"/>
    <p:sldId id="2146848072" r:id="rId12"/>
    <p:sldId id="2146848074" r:id="rId13"/>
    <p:sldId id="2146848075" r:id="rId14"/>
    <p:sldId id="2146848073" r:id="rId15"/>
    <p:sldId id="2146848042" r:id="rId16"/>
    <p:sldId id="2146848049" r:id="rId17"/>
    <p:sldId id="2146848080" r:id="rId18"/>
    <p:sldId id="2146848079" r:id="rId19"/>
    <p:sldId id="2146848078" r:id="rId20"/>
    <p:sldId id="2146848050" r:id="rId21"/>
    <p:sldId id="2146848081" r:id="rId22"/>
    <p:sldId id="2146848062" r:id="rId23"/>
    <p:sldId id="2146848063" r:id="rId24"/>
    <p:sldId id="2146848076" r:id="rId25"/>
    <p:sldId id="2146848077" r:id="rId26"/>
    <p:sldId id="2146848082" r:id="rId27"/>
    <p:sldId id="214684806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FFFFF"/>
    <a:srgbClr val="7F7F7F"/>
    <a:srgbClr val="337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9" autoAdjust="0"/>
    <p:restoredTop sz="96966" autoAdjust="0"/>
  </p:normalViewPr>
  <p:slideViewPr>
    <p:cSldViewPr snapToGrid="0">
      <p:cViewPr varScale="1">
        <p:scale>
          <a:sx n="127" d="100"/>
          <a:sy n="127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571D2-02CF-44EE-A0DD-B1B434B00430}" type="datetimeFigureOut">
              <a:rPr lang="en-US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18F96-799E-4991-B753-F4DCDC1BBCB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7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18F96-799E-4991-B753-F4DCDC1BBC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9E6B-2569-ED55-C859-43639767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2CD1E-DD38-61AF-D593-8EEF4498F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83C7B-026D-63F3-49ED-6E27687AA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8726C-8BFC-91E0-F3BF-6C9D1FDB0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71636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782A-A6CC-7F0C-6D12-5845A136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597AC-51F9-1415-4CC1-FE2212345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E0A88-852B-EA50-5652-B1D20AB6E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ACE96-544F-6991-DE75-965632562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2015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0C19-0248-E7D8-9B9C-68C407C4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0E810-B631-C422-7757-5CBCE4D17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B4CD2-CDC4-5F9D-90F3-59DE97BC7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E6E66-A700-9745-E10B-4C079FED5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277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A3726-DC69-8772-0419-F55107CF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03734-5F01-8596-74F7-915A33376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B480C-DD23-8B10-069D-7E99FD1C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83B7B-A602-B2E2-34D4-41554F118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0461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A914-B275-1455-FAB0-34968F54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33F10-473A-4EC7-013D-5938C2B41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AD03C-6E2B-4413-68F6-097DD3517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F9F40-B5E6-0572-3587-8C14F70E1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6373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D590-ACDC-ED00-F8DC-6011FB60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083EF-9953-144A-0CAE-1CB9CDA11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BA61E-57B1-78A4-4172-FE59A1271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90E89-C85F-2908-1078-8884AD21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8564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DC01B-768B-888F-4650-22942F3AD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E7A97-82F4-EA2A-9202-75A56B310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B7F09-57D5-6533-CCB6-DF30DF2AE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B863A-A5BC-DF34-3F08-DBF5CF423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7020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251C-EDE4-D63C-154A-5F1CF364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B842C-4BB8-F95C-3A80-3D7B27A44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5BB0E-5D85-FBEE-B262-567F5FDB5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9E78A-C088-A5FF-876D-167E18393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7974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D05B-E6CC-30FB-604C-5CA48F7D7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7B9A1-03AD-6C97-E865-80BC65C9D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411CA-27CE-1EA9-AFC2-C68AE4FF4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A48C-59DF-5ADC-0354-238D72DCA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4583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BA946-9F23-2ECD-FBA6-1F9912B2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15367-25DD-6579-2339-E24EEBD29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D33E7-687F-8D00-D7CB-B196556E5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DA3F0-12A1-991E-768F-F95512AFF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0460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C626-67D9-22BE-8CF4-2535B1AE5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4DD06-58BA-BB58-6ECB-86DF5CCCF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4BB75-60EA-1349-22DA-647338662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61508-1C90-769E-B73F-2EC92D249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0900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F9BBB-8B70-05D8-D390-06DF9B42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D0A94-5451-CD33-36F9-E5D409D59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F3224-A670-69D7-6306-0DE729FE3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CCF08-3BE7-7485-DDB3-E6AEDEEAB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9147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D7FD6-8163-A434-E277-C7A401DD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3696D-3DD4-6EBD-BE1F-0D78054BC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0E72A-F6E5-1BDD-413A-45BB3DAFF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45821-4911-FD2F-985B-9ABA86CFF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7712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DD3F-A51E-D6E3-BD86-2639BDF4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74A47-69F6-993E-DE54-60D9335CB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495F5-B22B-675F-84EF-94BE46FD7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DE2D8-054D-D0D4-A121-09F98C440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3450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3695-2C6B-B052-2943-E63F5A49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45661-113B-3CFB-5563-EF5E29614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C48C0-FA60-8D92-2CA7-26AED12D9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66B1C-4485-3C7A-14EC-1666C711F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2354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3B6FF-90A5-7745-4CC9-574F1021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B0E34-3277-3D34-0AF5-7A63D9DE4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0A96F-EB91-0CBC-D792-89094FE52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E66CB-39D5-7FF2-9BB8-71BC061C4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5437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9936-FAB9-C8F0-D8E9-FB50E2FB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BAB0C-6BA1-BE14-B24F-E727C5A21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F6895-BA56-34D0-82EF-56CD5ECB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3B826-696C-1594-DD1B-BB288C52E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5371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A45E-2A40-537C-1229-51494CB1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9CE31-3724-F192-C1A7-3E3C75A8D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DE29A-D3F2-82DF-1E6E-94D1F6A20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08298-D39F-D54B-F66D-6AC3C75A5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01924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774C-7B74-6224-D2AD-EB08306A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72386-978A-50A7-8E0D-3AC6688C4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1D1BD-4405-A512-2C1E-7571F608A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426DD-70C2-3A93-90C4-A40493A81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0809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AD9B-70E1-E3ED-7E50-E59A2B66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F5ED1-8226-1E9E-B1E0-85E6B0ABC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C5F04-0BAF-0FD5-F59C-7DD5F9C05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ECB5C-47FD-7BE4-9338-447D6F37F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3399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165D-EF9D-EED8-7DEA-38FC577EA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1BA17-B433-C68C-1C28-C274732F8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903F9-075D-04FD-268E-6093637D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E7E88-918C-6119-34A2-534EA3AB3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810A9-3B2D-FC48-B0A3-F538DBCFDF6A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48631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86FA-3CE2-CCC5-2D66-8EAD6F8E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2D2A3-BE98-75AE-B9F6-10B5D65A1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2F60B-2076-E0CF-8745-EB600E259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6BFC7-F69C-0768-8882-E3734E215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18F96-799E-4991-B753-F4DCDC1BBC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2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85F2F9E-EA05-41B8-BD65-9E2EB6B59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1" cy="6858000"/>
          </a:xfrm>
          <a:prstGeom prst="rect">
            <a:avLst/>
          </a:prstGeom>
        </p:spPr>
      </p:pic>
      <p:sp>
        <p:nvSpPr>
          <p:cNvPr id="16" name="date" descr="{&quot;templafy&quot;:{&quot;id&quot;:&quot;18e5e5ce-50eb-4b24-9f3e-c34be30b442b&quot;}}" title="Form.Date">
            <a:extLst>
              <a:ext uri="{FF2B5EF4-FFF2-40B4-BE49-F238E27FC236}">
                <a16:creationId xmlns:a16="http://schemas.microsoft.com/office/drawing/2014/main" id="{84F72859-BDFF-4006-A25C-B764B1F6D507}"/>
              </a:ext>
            </a:extLst>
          </p:cNvPr>
          <p:cNvSpPr/>
          <p:nvPr userDrawn="1"/>
        </p:nvSpPr>
        <p:spPr>
          <a:xfrm>
            <a:off x="635000" y="4998480"/>
            <a:ext cx="48285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000" dirty="0"/>
              <a:t>21 Apr 2023</a:t>
            </a:r>
          </a:p>
        </p:txBody>
      </p:sp>
      <p:sp>
        <p:nvSpPr>
          <p:cNvPr id="11" name="title" descr="{&quot;templafy&quot;:{&quot;id&quot;:&quot;95f8ef00-a9aa-4fda-a7f1-e0003fe2bba1&quot;}}" title="Form.Title">
            <a:extLst>
              <a:ext uri="{FF2B5EF4-FFF2-40B4-BE49-F238E27FC236}">
                <a16:creationId xmlns:a16="http://schemas.microsoft.com/office/drawing/2014/main" id="{D3A8237E-F901-446E-99B1-6AB4F99D4BEF}"/>
              </a:ext>
            </a:extLst>
          </p:cNvPr>
          <p:cNvSpPr/>
          <p:nvPr userDrawn="1"/>
        </p:nvSpPr>
        <p:spPr>
          <a:xfrm>
            <a:off x="635000" y="615600"/>
            <a:ext cx="8744974" cy="25908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r>
              <a:rPr lang="en-GB" sz="7500" dirty="0">
                <a:latin typeface="+mj-lt"/>
                <a:ea typeface="+mj-ea"/>
                <a:cs typeface="+mj-cs"/>
              </a:rPr>
              <a:t>Data Integration &amp; Trust Demo</a:t>
            </a:r>
          </a:p>
        </p:txBody>
      </p:sp>
      <p:pic>
        <p:nvPicPr>
          <p:cNvPr id="574044603" name="pay_off" descr="{&quot;templafy&quot;:{&quot;id&quot;:&quot;da5ee2b0-f6dd-42dc-9737-b4622a22ac1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043634"/>
            <a:ext cx="3700800" cy="252484"/>
          </a:xfrm>
          <a:prstGeom prst="rect">
            <a:avLst/>
          </a:prstGeom>
        </p:spPr>
      </p:pic>
      <p:pic>
        <p:nvPicPr>
          <p:cNvPr id="49516578" name="logo" descr="{&quot;templafy&quot;:{&quot;id&quot;:&quot;c392bd9f-b5e4-4392-96b2-902c48ebaa36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9" name="author" descr="{&quot;templafy&quot;:{&quot;id&quot;:&quot;cae6e21b-76cb-463d-9177-7ae1e7f2ad8a&quot;}}" title="Form.Author">
            <a:extLst>
              <a:ext uri="{FF2B5EF4-FFF2-40B4-BE49-F238E27FC236}">
                <a16:creationId xmlns:a16="http://schemas.microsoft.com/office/drawing/2014/main" id="{05601516-6147-48CB-99BD-D3614090C971}"/>
              </a:ext>
            </a:extLst>
          </p:cNvPr>
          <p:cNvSpPr/>
          <p:nvPr userDrawn="1"/>
        </p:nvSpPr>
        <p:spPr>
          <a:xfrm>
            <a:off x="633600" y="4606402"/>
            <a:ext cx="58064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49626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E6072A-DD3C-47CE-8344-D29E64226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4" name="title" descr="{&quot;templafy&quot;:{&quot;id&quot;:&quot;86857fbf-10ee-4047-8bcc-f5848a707eac&quot;}}" title="Form.Title">
            <a:extLst>
              <a:ext uri="{FF2B5EF4-FFF2-40B4-BE49-F238E27FC236}">
                <a16:creationId xmlns:a16="http://schemas.microsoft.com/office/drawing/2014/main" id="{4F6EE8DD-F267-437E-A07A-516649E82EDB}"/>
              </a:ext>
            </a:extLst>
          </p:cNvPr>
          <p:cNvSpPr/>
          <p:nvPr userDrawn="1"/>
        </p:nvSpPr>
        <p:spPr>
          <a:xfrm>
            <a:off x="635000" y="615600"/>
            <a:ext cx="8744974" cy="25908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r>
              <a:rPr lang="en-GB" sz="7500">
                <a:latin typeface="+mj-lt"/>
                <a:ea typeface="+mj-ea"/>
                <a:cs typeface="+mj-cs"/>
              </a:rPr>
              <a:t>KPN AWSome</a:t>
            </a:r>
          </a:p>
        </p:txBody>
      </p:sp>
      <p:pic>
        <p:nvPicPr>
          <p:cNvPr id="434846422" name="logo" descr="{&quot;templafy&quot;:{&quot;id&quot;:&quot;e47e58aa-4534-44ab-9613-35b9c25bf4e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pic>
        <p:nvPicPr>
          <p:cNvPr id="525344179" name="pay_off" descr="{&quot;templafy&quot;:{&quot;id&quot;:&quot;8f8c4f97-e9df-47a6-bab1-33710edd0e4c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6043634"/>
            <a:ext cx="3700800" cy="252484"/>
          </a:xfrm>
          <a:prstGeom prst="rect">
            <a:avLst/>
          </a:prstGeom>
        </p:spPr>
      </p:pic>
      <p:sp>
        <p:nvSpPr>
          <p:cNvPr id="7" name="date" descr="{&quot;templafy&quot;:{&quot;id&quot;:&quot;06c12528-953c-40f2-b064-00ad7adf5276&quot;}}" title="Form.Date">
            <a:extLst>
              <a:ext uri="{FF2B5EF4-FFF2-40B4-BE49-F238E27FC236}">
                <a16:creationId xmlns:a16="http://schemas.microsoft.com/office/drawing/2014/main" id="{7B2BF94C-20AF-47BF-91DB-2E7E2072718F}"/>
              </a:ext>
            </a:extLst>
          </p:cNvPr>
          <p:cNvSpPr/>
          <p:nvPr userDrawn="1"/>
        </p:nvSpPr>
        <p:spPr>
          <a:xfrm>
            <a:off x="635000" y="4998480"/>
            <a:ext cx="48285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000"/>
              <a:t>15 March 2021</a:t>
            </a:r>
          </a:p>
        </p:txBody>
      </p:sp>
      <p:sp>
        <p:nvSpPr>
          <p:cNvPr id="11" name="author" descr="{&quot;templafy&quot;:{&quot;id&quot;:&quot;775e696d-781c-4d51-b2b9-83c3fe6a8605&quot;}}" title="Form.Author">
            <a:extLst>
              <a:ext uri="{FF2B5EF4-FFF2-40B4-BE49-F238E27FC236}">
                <a16:creationId xmlns:a16="http://schemas.microsoft.com/office/drawing/2014/main" id="{8201FC90-4AAA-465F-9CA7-D8B61F8622FB}"/>
              </a:ext>
            </a:extLst>
          </p:cNvPr>
          <p:cNvSpPr/>
          <p:nvPr userDrawn="1"/>
        </p:nvSpPr>
        <p:spPr>
          <a:xfrm>
            <a:off x="633600" y="4606402"/>
            <a:ext cx="58064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89046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296D3D-ED06-4BAB-82D5-E717336F9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14" name="title" descr="{&quot;templafy&quot;:{&quot;id&quot;:&quot;1f79a459-1301-4dfe-986d-830699a0a27a&quot;}}" title="Form.Title">
            <a:extLst>
              <a:ext uri="{FF2B5EF4-FFF2-40B4-BE49-F238E27FC236}">
                <a16:creationId xmlns:a16="http://schemas.microsoft.com/office/drawing/2014/main" id="{B64971BA-D823-4E7B-BD47-30AB0F447A8E}"/>
              </a:ext>
            </a:extLst>
          </p:cNvPr>
          <p:cNvSpPr/>
          <p:nvPr userDrawn="1"/>
        </p:nvSpPr>
        <p:spPr>
          <a:xfrm>
            <a:off x="635000" y="615600"/>
            <a:ext cx="8744974" cy="25908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r>
              <a:rPr lang="en-GB" sz="7500">
                <a:latin typeface="+mj-lt"/>
                <a:ea typeface="+mj-ea"/>
                <a:cs typeface="+mj-cs"/>
              </a:rPr>
              <a:t>KPN AWSome</a:t>
            </a:r>
          </a:p>
        </p:txBody>
      </p:sp>
      <p:pic>
        <p:nvPicPr>
          <p:cNvPr id="2092569619" name="logo" descr="{&quot;templafy&quot;:{&quot;id&quot;:&quot;9e394838-ae07-4fbd-9cc1-936deb286a5b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pic>
        <p:nvPicPr>
          <p:cNvPr id="395226787" name="pay_off" descr="{&quot;templafy&quot;:{&quot;id&quot;:&quot;4c92c205-e3bd-4955-8b48-c212207b90e8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6043634"/>
            <a:ext cx="3700800" cy="252484"/>
          </a:xfrm>
          <a:prstGeom prst="rect">
            <a:avLst/>
          </a:prstGeom>
        </p:spPr>
      </p:pic>
      <p:sp>
        <p:nvSpPr>
          <p:cNvPr id="7" name="date" descr="{&quot;templafy&quot;:{&quot;id&quot;:&quot;3b62e63d-3891-4ed0-bb01-5d1ae24efbb0&quot;}}" title="Form.Date">
            <a:extLst>
              <a:ext uri="{FF2B5EF4-FFF2-40B4-BE49-F238E27FC236}">
                <a16:creationId xmlns:a16="http://schemas.microsoft.com/office/drawing/2014/main" id="{35E3476A-E2D5-47A2-B692-8FCE89C07E38}"/>
              </a:ext>
            </a:extLst>
          </p:cNvPr>
          <p:cNvSpPr/>
          <p:nvPr userDrawn="1"/>
        </p:nvSpPr>
        <p:spPr>
          <a:xfrm>
            <a:off x="635000" y="4998480"/>
            <a:ext cx="48285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000"/>
              <a:t>15 March 2021</a:t>
            </a:r>
          </a:p>
        </p:txBody>
      </p:sp>
      <p:sp>
        <p:nvSpPr>
          <p:cNvPr id="12" name="author" descr="{&quot;templafy&quot;:{&quot;id&quot;:&quot;a3e72606-c035-4817-a3f9-aaefdc4d1dbc&quot;}}" title="Form.Author">
            <a:extLst>
              <a:ext uri="{FF2B5EF4-FFF2-40B4-BE49-F238E27FC236}">
                <a16:creationId xmlns:a16="http://schemas.microsoft.com/office/drawing/2014/main" id="{4C2F8D56-5F36-4F7C-862B-0714AAD13B9E}"/>
              </a:ext>
            </a:extLst>
          </p:cNvPr>
          <p:cNvSpPr/>
          <p:nvPr userDrawn="1"/>
        </p:nvSpPr>
        <p:spPr>
          <a:xfrm>
            <a:off x="633600" y="4606402"/>
            <a:ext cx="58064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86710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9DD682-9E3A-4EB6-92D7-92CD6EEE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" descr="{&quot;templafy&quot;:{&quot;id&quot;:&quot;9c6ab511-65fd-466b-b31b-fde0cf4fba10&quot;}}" title="Form.Title">
            <a:extLst>
              <a:ext uri="{FF2B5EF4-FFF2-40B4-BE49-F238E27FC236}">
                <a16:creationId xmlns:a16="http://schemas.microsoft.com/office/drawing/2014/main" id="{87A800BA-AAE6-4D81-A298-ADA7EF2FE513}"/>
              </a:ext>
            </a:extLst>
          </p:cNvPr>
          <p:cNvSpPr/>
          <p:nvPr userDrawn="1"/>
        </p:nvSpPr>
        <p:spPr>
          <a:xfrm>
            <a:off x="635000" y="615600"/>
            <a:ext cx="8744974" cy="25908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r>
              <a:rPr lang="en-GB" sz="7500">
                <a:latin typeface="+mj-lt"/>
                <a:ea typeface="+mj-ea"/>
                <a:cs typeface="+mj-cs"/>
              </a:rPr>
              <a:t>KPN AWSome</a:t>
            </a:r>
          </a:p>
        </p:txBody>
      </p:sp>
      <p:pic>
        <p:nvPicPr>
          <p:cNvPr id="1211445367" name="logo" descr="{&quot;templafy&quot;:{&quot;id&quot;:&quot;8ad550f1-cb7f-471c-9070-8cf6dd3c1114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pic>
        <p:nvPicPr>
          <p:cNvPr id="1685061455" name="pay_off" descr="{&quot;templafy&quot;:{&quot;id&quot;:&quot;03475178-c3e6-4806-8dc6-d66feb2b7ae8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6043634"/>
            <a:ext cx="3700800" cy="252484"/>
          </a:xfrm>
          <a:prstGeom prst="rect">
            <a:avLst/>
          </a:prstGeom>
        </p:spPr>
      </p:pic>
      <p:sp>
        <p:nvSpPr>
          <p:cNvPr id="7" name="date" descr="{&quot;templafy&quot;:{&quot;id&quot;:&quot;f46b9e99-a0f6-4e0e-bd69-f48ff9f577fa&quot;}}" title="Form.Date">
            <a:extLst>
              <a:ext uri="{FF2B5EF4-FFF2-40B4-BE49-F238E27FC236}">
                <a16:creationId xmlns:a16="http://schemas.microsoft.com/office/drawing/2014/main" id="{FB61FE95-C254-44E1-A679-A65DC80A1AEC}"/>
              </a:ext>
            </a:extLst>
          </p:cNvPr>
          <p:cNvSpPr/>
          <p:nvPr userDrawn="1"/>
        </p:nvSpPr>
        <p:spPr>
          <a:xfrm>
            <a:off x="635000" y="4998480"/>
            <a:ext cx="48285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000"/>
              <a:t>15 March 2021</a:t>
            </a:r>
          </a:p>
        </p:txBody>
      </p:sp>
      <p:sp>
        <p:nvSpPr>
          <p:cNvPr id="12" name="author" descr="{&quot;templafy&quot;:{&quot;id&quot;:&quot;20816251-bb56-41c8-a439-16b6c760a0aa&quot;}}" title="Form.Author">
            <a:extLst>
              <a:ext uri="{FF2B5EF4-FFF2-40B4-BE49-F238E27FC236}">
                <a16:creationId xmlns:a16="http://schemas.microsoft.com/office/drawing/2014/main" id="{EFD8CDAD-76F5-406C-B9B2-1AAF4F68CF25}"/>
              </a:ext>
            </a:extLst>
          </p:cNvPr>
          <p:cNvSpPr/>
          <p:nvPr userDrawn="1"/>
        </p:nvSpPr>
        <p:spPr>
          <a:xfrm>
            <a:off x="633600" y="4606402"/>
            <a:ext cx="5806440" cy="4357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indent="0">
              <a:lnSpc>
                <a:spcPct val="8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15863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F637-8B23-4FE3-9D4A-31B8961B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7836-65B6-4CA7-95A9-66408DC3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1380A-7BE0-4384-BF1B-37A0D983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83000"/>
              </a:lnSpc>
            </a:pPr>
            <a:fld id="{A978B2FF-0EC6-496A-9F3F-A37EF0BEACA5}" type="slidenum">
              <a:rPr lang="en-GB" smtClean="0"/>
              <a:pPr>
                <a:lnSpc>
                  <a:spcPct val="83000"/>
                </a:lnSpc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1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F560B-5566-4AEE-BD88-401F35BF0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1933200"/>
            <a:ext cx="5303650" cy="406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8A0C9-6358-488B-A141-4CDEDA43D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5750" y="1933200"/>
            <a:ext cx="5301250" cy="406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F7DB1E-B054-40D9-8FE3-5DFF0E67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83000"/>
              </a:lnSpc>
            </a:pPr>
            <a:fld id="{A978B2FF-0EC6-496A-9F3F-A37EF0BEACA5}" type="slidenum">
              <a:rPr lang="en-GB" smtClean="0"/>
              <a:pPr>
                <a:lnSpc>
                  <a:spcPct val="83000"/>
                </a:lnSpc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34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F637-8B23-4FE3-9D4A-31B8961B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7836-65B6-4CA7-95A9-66408DC3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1380A-7BE0-4384-BF1B-37A0D983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83000"/>
              </a:lnSpc>
            </a:pPr>
            <a:fld id="{A978B2FF-0EC6-496A-9F3F-A37EF0BEACA5}" type="slidenum">
              <a:rPr lang="en-GB" smtClean="0"/>
              <a:pPr>
                <a:lnSpc>
                  <a:spcPct val="83000"/>
                </a:lnSpc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95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F7DB1E-B054-40D9-8FE3-5DFF0E67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83000"/>
              </a:lnSpc>
            </a:pPr>
            <a:fld id="{A978B2FF-0EC6-496A-9F3F-A37EF0BEACA5}" type="slidenum">
              <a:rPr lang="en-GB" smtClean="0"/>
              <a:pPr>
                <a:lnSpc>
                  <a:spcPct val="83000"/>
                </a:lnSpc>
              </a:pPr>
              <a:t>‹#›</a:t>
            </a:fld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78BC6EE-C938-49CA-B9C9-DF6AFF2E3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1972800"/>
            <a:ext cx="5303650" cy="3456000"/>
          </a:xfrm>
        </p:spPr>
        <p:txBody>
          <a:bodyPr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AC1180F-1D82-4D6F-A8E7-9ED0347B2B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2350" y="1972800"/>
            <a:ext cx="5303650" cy="3456000"/>
          </a:xfrm>
        </p:spPr>
        <p:txBody>
          <a:bodyPr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27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E49333-A950-483D-ADEB-62089C32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A411EB-785C-44FF-A81A-D4CFCE7AA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615600"/>
            <a:ext cx="8112125" cy="1702389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7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BE31567-31E5-4B83-A26C-61907813E7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2793600"/>
            <a:ext cx="10922000" cy="2646000"/>
          </a:xfrm>
        </p:spPr>
        <p:txBody>
          <a:bodyPr rIns="158750" numCol="2" spcCol="15840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402615469" name="logo" descr="{&quot;templafy&quot;:{&quot;id&quot;:&quot;38bf2f10-a658-42ce-b38a-f1013c7d1c20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654B811-56A3-4B70-85C2-396281F46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2" name="footer" descr="{&quot;templafy&quot;:{&quot;id&quot;:&quot;e237fe20-297f-434c-8f67-07ebabed2f8c&quot;}}" title="Form.Footer">
            <a:extLst>
              <a:ext uri="{FF2B5EF4-FFF2-40B4-BE49-F238E27FC236}">
                <a16:creationId xmlns:a16="http://schemas.microsoft.com/office/drawing/2014/main" id="{7537399A-28CF-444D-BF79-66DA0BD36EDC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26649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4A2CD8-4C7C-4AF4-A99C-DD82AA227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A411EB-785C-44FF-A81A-D4CFCE7AAC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615600"/>
            <a:ext cx="8744974" cy="1702389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7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CB865CE-41BB-451F-A80A-41DA69854B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2793600"/>
            <a:ext cx="10922000" cy="2646000"/>
          </a:xfrm>
        </p:spPr>
        <p:txBody>
          <a:bodyPr rIns="158750" numCol="2" spcCol="15840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530563681" name="logo" descr="{&quot;templafy&quot;:{&quot;id&quot;:&quot;7a99b8f2-58fd-452c-9a47-c9c644e0176d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189855-6F36-4AD8-A29C-FA5CEC8D3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1" name="footer" descr="{&quot;templafy&quot;:{&quot;id&quot;:&quot;8d485e29-e498-4959-af6e-ad9935b130d3&quot;}}" title="Form.Footer">
            <a:extLst>
              <a:ext uri="{FF2B5EF4-FFF2-40B4-BE49-F238E27FC236}">
                <a16:creationId xmlns:a16="http://schemas.microsoft.com/office/drawing/2014/main" id="{4BF36E3F-6542-4D5C-8F2B-B107269FEDEF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20954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AFA684-3645-40C0-AFB7-004DA312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A411EB-785C-44FF-A81A-D4CFCE7AA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615600"/>
            <a:ext cx="8744974" cy="1702389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7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A215AA-E333-417A-88DB-4A0329398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2793600"/>
            <a:ext cx="10922000" cy="2646000"/>
          </a:xfrm>
        </p:spPr>
        <p:txBody>
          <a:bodyPr rIns="158750" numCol="2" spcCol="15840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298690622" name="pay_off" descr="{&quot;templafy&quot;:{&quot;id&quot;:&quot;ec80fda5-5a2d-4d1d-85a3-44efad16421b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043634"/>
            <a:ext cx="3700800" cy="252484"/>
          </a:xfrm>
          <a:prstGeom prst="rect">
            <a:avLst/>
          </a:prstGeom>
        </p:spPr>
      </p:pic>
      <p:pic>
        <p:nvPicPr>
          <p:cNvPr id="1223267536" name="logo" descr="{&quot;templafy&quot;:{&quot;id&quot;:&quot;5046dbe8-c9d0-4f20-9f3c-6eca952b9f64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1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ro 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40F3A5-7B19-45B1-BDE6-C920D8EAD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780452497" name="logo" descr="{&quot;templafy&quot;:{&quot;id&quot;:&quot;2489a15b-b46b-4e08-ab54-95026106795b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E983F-F4F7-4E76-B640-E302AE769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1" name="footer" descr="{&quot;templafy&quot;:{&quot;id&quot;:&quot;d82431fc-61a5-42a0-9fbf-18c7eb2071d0&quot;}}" title="Form.Footer">
            <a:extLst>
              <a:ext uri="{FF2B5EF4-FFF2-40B4-BE49-F238E27FC236}">
                <a16:creationId xmlns:a16="http://schemas.microsoft.com/office/drawing/2014/main" id="{478EDBEB-4951-4E91-8C30-EF6FE63297F2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7979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ro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71666-3974-4899-A471-43A84C39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98" y="0"/>
            <a:ext cx="1219200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1212882305" name="logo" descr="{&quot;templafy&quot;:{&quot;id&quot;:&quot;bba820e1-3525-43a3-97c5-f6364357925e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693319-FFBC-498E-8D97-3CCA1F286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1" name="footer" descr="{&quot;templafy&quot;:{&quot;id&quot;:&quot;d8827c1a-fc5e-496b-81df-699e855ee84b&quot;}}" title="Form.Footer">
            <a:extLst>
              <a:ext uri="{FF2B5EF4-FFF2-40B4-BE49-F238E27FC236}">
                <a16:creationId xmlns:a16="http://schemas.microsoft.com/office/drawing/2014/main" id="{C5BEADFA-3978-4A4F-BD85-12A1E607EBF3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723000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ro 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DC58A8B-DB80-4D0D-93D8-A46CCBA1B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134562647" name="logo" descr="{&quot;templafy&quot;:{&quot;id&quot;:&quot;3753da03-aefa-48c2-a8be-c0bbb5945203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95BFB-6AE9-4009-8B8A-88196342B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1" name="footer" descr="{&quot;templafy&quot;:{&quot;id&quot;:&quot;599bae9d-cd0d-4493-a8bb-14566d72cf56&quot;}}" title="Form.Footer">
            <a:extLst>
              <a:ext uri="{FF2B5EF4-FFF2-40B4-BE49-F238E27FC236}">
                <a16:creationId xmlns:a16="http://schemas.microsoft.com/office/drawing/2014/main" id="{2F6016D8-2A7C-47D8-8D5A-8E829F9CF14D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657805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DC58A8B-DB80-4D0D-93D8-A46CCBA1B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23" y="0"/>
            <a:ext cx="12192001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6947E0-18B7-438C-A686-75269D57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8113525" cy="4755808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1010091855" name="logo" descr="{&quot;templafy&quot;:{&quot;id&quot;:&quot;9a1ce6e1-6ea2-4fb7-87cf-3f3bdf3125b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2B074-7766-42D0-8AB0-972D66B87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2762f08e-25dc-42dc-9b0d-b29c11f63eed&quot;}}" title="Form.Footer">
            <a:extLst>
              <a:ext uri="{FF2B5EF4-FFF2-40B4-BE49-F238E27FC236}">
                <a16:creationId xmlns:a16="http://schemas.microsoft.com/office/drawing/2014/main" id="{801D5214-F281-4DA9-A3A0-514ACD6E81BF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066257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DC58A8B-DB80-4D0D-93D8-A46CCBA1B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20" y="0"/>
            <a:ext cx="12192004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6947E0-18B7-438C-A686-75269D57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8113525" cy="4755808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1771754877" name="logo" descr="{&quot;templafy&quot;:{&quot;id&quot;:&quot;dc684fb9-764f-48fc-bb02-67c801df48e3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175F9F-1CF9-48F3-ACED-773F16FF2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ef2ef322-e68d-42de-be03-9c8cb77455c2&quot;}}" title="Form.Footer">
            <a:extLst>
              <a:ext uri="{FF2B5EF4-FFF2-40B4-BE49-F238E27FC236}">
                <a16:creationId xmlns:a16="http://schemas.microsoft.com/office/drawing/2014/main" id="{29ABA6CA-A51D-401D-B9C7-B297B51A733B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798020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DC58A8B-DB80-4D0D-93D8-A46CCBA1B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2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6947E0-18B7-438C-A686-75269D57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8113525" cy="4755808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70724091" name="logo" descr="{&quot;templafy&quot;:{&quot;id&quot;:&quot;1c5edf87-76d8-4419-b87e-beb0889d1963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C66C1EA-2814-4C9B-931B-694FD28BC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b8f192c8-19b3-4227-b739-a6212e895a26&quot;}}" title="Form.Footer">
            <a:extLst>
              <a:ext uri="{FF2B5EF4-FFF2-40B4-BE49-F238E27FC236}">
                <a16:creationId xmlns:a16="http://schemas.microsoft.com/office/drawing/2014/main" id="{9C9D85C2-8234-4E13-8255-1E9315098E3C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905576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96D7C6-A24B-4C0F-8889-D8DCAAF3C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1398" y="0"/>
            <a:ext cx="1219200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416023035" name="logo" descr="{&quot;templafy&quot;:{&quot;id&quot;:&quot;18812f8c-f9ea-478f-8d68-72ab973440cf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200" y="5767200"/>
            <a:ext cx="1598400" cy="100983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811EB9-4A4C-45FF-9695-1B78CA914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4" name="footer" descr="{&quot;templafy&quot;:{&quot;id&quot;:&quot;0ed34ae9-f4e3-4b1c-a048-0ee310ef2ff2&quot;}}" title="Form.Footer">
            <a:extLst>
              <a:ext uri="{FF2B5EF4-FFF2-40B4-BE49-F238E27FC236}">
                <a16:creationId xmlns:a16="http://schemas.microsoft.com/office/drawing/2014/main" id="{E167CC64-59B4-4924-93CD-1755E16F8134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76308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7D9681-032A-4116-9472-06BD0D08A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1565014957" name="logo" descr="{&quot;templafy&quot;:{&quot;id&quot;:&quot;bce7c026-8246-478f-b2fc-ac934bfc0b4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200" y="5767200"/>
            <a:ext cx="1598400" cy="100983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1006156-EAE4-45F0-9D13-D2D0CA5B4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1" name="footer" descr="{&quot;templafy&quot;:{&quot;id&quot;:&quot;3fc68d32-9e23-4b22-b1a4-4d34c81c86e9&quot;}}" title="Form.Footer">
            <a:extLst>
              <a:ext uri="{FF2B5EF4-FFF2-40B4-BE49-F238E27FC236}">
                <a16:creationId xmlns:a16="http://schemas.microsoft.com/office/drawing/2014/main" id="{FE4CDE74-0EC0-41F2-9A4C-B7DABA3171D5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2495645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CC05F50-79F7-4821-BC31-440B8225D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" y="0"/>
            <a:ext cx="121920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2024206024" name="logo" descr="{&quot;templafy&quot;:{&quot;id&quot;:&quot;92a53b4f-5a2e-4584-9755-5221b1aca41d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200" y="5767200"/>
            <a:ext cx="1598400" cy="100983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A7C53B6-A0C6-48E4-921A-BA10A7E4C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1" name="footer" descr="{&quot;templafy&quot;:{&quot;id&quot;:&quot;fcc2070e-43d5-4dda-84e3-bc271dc2b3ed&quot;}}" title="Form.Footer">
            <a:extLst>
              <a:ext uri="{FF2B5EF4-FFF2-40B4-BE49-F238E27FC236}">
                <a16:creationId xmlns:a16="http://schemas.microsoft.com/office/drawing/2014/main" id="{B767A2E0-473F-4B15-954E-BC885B368A66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952623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BE8A4BB-3891-4094-809E-C16154F2D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3115" y="-1"/>
            <a:ext cx="121920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pic>
        <p:nvPicPr>
          <p:cNvPr id="911546284" name="logo" descr="{&quot;templafy&quot;:{&quot;id&quot;:&quot;513de16b-899b-4483-8f93-ae2da3cbe83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200" y="5767200"/>
            <a:ext cx="1598400" cy="100983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C6EA83F-598B-41E1-B38C-01017A6A9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5" name="footer" descr="{&quot;templafy&quot;:{&quot;id&quot;:&quot;921f7b0d-7780-4435-8175-a07574b5555a&quot;}}" title="Form.Footer">
            <a:extLst>
              <a:ext uri="{FF2B5EF4-FFF2-40B4-BE49-F238E27FC236}">
                <a16:creationId xmlns:a16="http://schemas.microsoft.com/office/drawing/2014/main" id="{E8E74AE0-62CF-4FB5-8593-173FCEA6AFE6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091094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 full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E8CA825-7CEC-4997-ABEB-9D704E8ED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12190413 w 12191999"/>
              <a:gd name="connsiteY3" fmla="*/ 6858000 h 6858000"/>
              <a:gd name="connsiteX4" fmla="*/ 12190413 w 12191999"/>
              <a:gd name="connsiteY4" fmla="*/ 5459009 h 6858000"/>
              <a:gd name="connsiteX5" fmla="*/ 12154070 w 12191999"/>
              <a:gd name="connsiteY5" fmla="*/ 5432105 h 6858000"/>
              <a:gd name="connsiteX6" fmla="*/ 11656322 w 12191999"/>
              <a:gd name="connsiteY6" fmla="*/ 5335569 h 6858000"/>
              <a:gd name="connsiteX7" fmla="*/ 11443002 w 12191999"/>
              <a:gd name="connsiteY7" fmla="*/ 5345064 h 6858000"/>
              <a:gd name="connsiteX8" fmla="*/ 10761957 w 12191999"/>
              <a:gd name="connsiteY8" fmla="*/ 5628344 h 6858000"/>
              <a:gd name="connsiteX9" fmla="*/ 10709812 w 12191999"/>
              <a:gd name="connsiteY9" fmla="*/ 5652083 h 6858000"/>
              <a:gd name="connsiteX10" fmla="*/ 10256309 w 12191999"/>
              <a:gd name="connsiteY10" fmla="*/ 5824583 h 6858000"/>
              <a:gd name="connsiteX11" fmla="*/ 9859691 w 12191999"/>
              <a:gd name="connsiteY11" fmla="*/ 6003413 h 6858000"/>
              <a:gd name="connsiteX12" fmla="*/ 9671654 w 12191999"/>
              <a:gd name="connsiteY12" fmla="*/ 6063551 h 6858000"/>
              <a:gd name="connsiteX13" fmla="*/ 9293998 w 12191999"/>
              <a:gd name="connsiteY13" fmla="*/ 6302519 h 6858000"/>
              <a:gd name="connsiteX14" fmla="*/ 9126502 w 12191999"/>
              <a:gd name="connsiteY14" fmla="*/ 6671258 h 6858000"/>
              <a:gd name="connsiteX15" fmla="*/ 9121761 w 12191999"/>
              <a:gd name="connsiteY15" fmla="*/ 6744056 h 6858000"/>
              <a:gd name="connsiteX16" fmla="*/ 9121761 w 12191999"/>
              <a:gd name="connsiteY16" fmla="*/ 6769377 h 6858000"/>
              <a:gd name="connsiteX17" fmla="*/ 9124329 w 12191999"/>
              <a:gd name="connsiteY17" fmla="*/ 6813096 h 6858000"/>
              <a:gd name="connsiteX18" fmla="*/ 9128082 w 12191999"/>
              <a:gd name="connsiteY18" fmla="*/ 6858000 h 6858000"/>
              <a:gd name="connsiteX19" fmla="*/ 0 w 1219199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12190413" y="6858000"/>
                </a:lnTo>
                <a:lnTo>
                  <a:pt x="12190413" y="5459009"/>
                </a:lnTo>
                <a:cubicBezTo>
                  <a:pt x="12184092" y="5443183"/>
                  <a:pt x="12168291" y="5438436"/>
                  <a:pt x="12154070" y="5432105"/>
                </a:cubicBezTo>
                <a:cubicBezTo>
                  <a:pt x="11996054" y="5359307"/>
                  <a:pt x="11830139" y="5329238"/>
                  <a:pt x="11656322" y="5335569"/>
                </a:cubicBezTo>
                <a:cubicBezTo>
                  <a:pt x="11585216" y="5335569"/>
                  <a:pt x="11514109" y="5333986"/>
                  <a:pt x="11443002" y="5345064"/>
                </a:cubicBezTo>
                <a:cubicBezTo>
                  <a:pt x="11194918" y="5387793"/>
                  <a:pt x="10965797" y="5481165"/>
                  <a:pt x="10761957" y="5628344"/>
                </a:cubicBezTo>
                <a:cubicBezTo>
                  <a:pt x="10746156" y="5639422"/>
                  <a:pt x="10730354" y="5648917"/>
                  <a:pt x="10709812" y="5652083"/>
                </a:cubicBezTo>
                <a:cubicBezTo>
                  <a:pt x="10545477" y="5675821"/>
                  <a:pt x="10396942" y="5740707"/>
                  <a:pt x="10256309" y="5824583"/>
                </a:cubicBezTo>
                <a:cubicBezTo>
                  <a:pt x="10129897" y="5898964"/>
                  <a:pt x="10000325" y="5962266"/>
                  <a:pt x="9859691" y="6003413"/>
                </a:cubicBezTo>
                <a:cubicBezTo>
                  <a:pt x="9796485" y="6022404"/>
                  <a:pt x="9734860" y="6044560"/>
                  <a:pt x="9671654" y="6063551"/>
                </a:cubicBezTo>
                <a:cubicBezTo>
                  <a:pt x="9523119" y="6109445"/>
                  <a:pt x="9396707" y="6186991"/>
                  <a:pt x="9293998" y="6302519"/>
                </a:cubicBezTo>
                <a:cubicBezTo>
                  <a:pt x="9200769" y="6406969"/>
                  <a:pt x="9135983" y="6527244"/>
                  <a:pt x="9126502" y="6671258"/>
                </a:cubicBezTo>
                <a:cubicBezTo>
                  <a:pt x="9124922" y="6694996"/>
                  <a:pt x="9129662" y="6720318"/>
                  <a:pt x="9121761" y="6744056"/>
                </a:cubicBezTo>
                <a:cubicBezTo>
                  <a:pt x="9121761" y="6751969"/>
                  <a:pt x="9121761" y="6759882"/>
                  <a:pt x="9121761" y="6769377"/>
                </a:cubicBezTo>
                <a:cubicBezTo>
                  <a:pt x="9125711" y="6783620"/>
                  <a:pt x="9124921" y="6798259"/>
                  <a:pt x="9124329" y="6813096"/>
                </a:cubicBezTo>
                <a:lnTo>
                  <a:pt x="912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4284000" tIns="2844000" rIns="612000">
            <a:noAutofit/>
          </a:bodyPr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D2E0381-152B-4913-8037-D28AB8B47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>
                <a:solidFill>
                  <a:schemeClr val="bg1"/>
                </a:solidFill>
              </a:defRPr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" descr="{&quot;templafy&quot;:{&quot;id&quot;:&quot;9b1062cb-2838-4a72-8fb0-8dd7ced9844c&quot;}}" title="Form.Footer">
            <a:extLst>
              <a:ext uri="{FF2B5EF4-FFF2-40B4-BE49-F238E27FC236}">
                <a16:creationId xmlns:a16="http://schemas.microsoft.com/office/drawing/2014/main" id="{8D53A447-ECB9-4114-AEA1-7F63A93D1377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113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 half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0D9BAA-7C8E-4A1D-94CE-FACD927481DA}"/>
              </a:ext>
            </a:extLst>
          </p:cNvPr>
          <p:cNvSpPr/>
          <p:nvPr userDrawn="1"/>
        </p:nvSpPr>
        <p:spPr>
          <a:xfrm>
            <a:off x="10378440" y="5821680"/>
            <a:ext cx="15240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B751BE-3B7B-4F16-88CC-8D1663FBA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7BC3352E-3787-42F5-8CD5-F1974F15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7401" y="2"/>
            <a:ext cx="8864598" cy="6857999"/>
          </a:xfrm>
          <a:custGeom>
            <a:avLst/>
            <a:gdLst>
              <a:gd name="connsiteX0" fmla="*/ 7540141 w 8864598"/>
              <a:gd name="connsiteY0" fmla="*/ 6347866 h 6857999"/>
              <a:gd name="connsiteX1" fmla="*/ 7462199 w 8864598"/>
              <a:gd name="connsiteY1" fmla="*/ 6359198 h 6857999"/>
              <a:gd name="connsiteX2" fmla="*/ 7470272 w 8864598"/>
              <a:gd name="connsiteY2" fmla="*/ 6386107 h 6857999"/>
              <a:gd name="connsiteX3" fmla="*/ 7540235 w 8864598"/>
              <a:gd name="connsiteY3" fmla="*/ 6375989 h 6857999"/>
              <a:gd name="connsiteX4" fmla="*/ 7609876 w 8864598"/>
              <a:gd name="connsiteY4" fmla="*/ 6386107 h 6857999"/>
              <a:gd name="connsiteX5" fmla="*/ 7618083 w 8864598"/>
              <a:gd name="connsiteY5" fmla="*/ 6359198 h 6857999"/>
              <a:gd name="connsiteX6" fmla="*/ 7540141 w 8864598"/>
              <a:gd name="connsiteY6" fmla="*/ 6347866 h 6857999"/>
              <a:gd name="connsiteX7" fmla="*/ 8104384 w 8864598"/>
              <a:gd name="connsiteY7" fmla="*/ 6259204 h 6857999"/>
              <a:gd name="connsiteX8" fmla="*/ 8139770 w 8864598"/>
              <a:gd name="connsiteY8" fmla="*/ 6303039 h 6857999"/>
              <a:gd name="connsiteX9" fmla="*/ 8102393 w 8864598"/>
              <a:gd name="connsiteY9" fmla="*/ 6348785 h 6857999"/>
              <a:gd name="connsiteX10" fmla="*/ 8080516 w 8864598"/>
              <a:gd name="connsiteY10" fmla="*/ 6345394 h 6857999"/>
              <a:gd name="connsiteX11" fmla="*/ 8080516 w 8864598"/>
              <a:gd name="connsiteY11" fmla="*/ 6263833 h 6857999"/>
              <a:gd name="connsiteX12" fmla="*/ 8104384 w 8864598"/>
              <a:gd name="connsiteY12" fmla="*/ 6259204 h 6857999"/>
              <a:gd name="connsiteX13" fmla="*/ 7631295 w 8864598"/>
              <a:gd name="connsiteY13" fmla="*/ 6255357 h 6857999"/>
              <a:gd name="connsiteX14" fmla="*/ 7627124 w 8864598"/>
              <a:gd name="connsiteY14" fmla="*/ 6276104 h 6857999"/>
              <a:gd name="connsiteX15" fmla="*/ 7639933 w 8864598"/>
              <a:gd name="connsiteY15" fmla="*/ 6287567 h 6857999"/>
              <a:gd name="connsiteX16" fmla="*/ 7604951 w 8864598"/>
              <a:gd name="connsiteY16" fmla="*/ 6331644 h 6857999"/>
              <a:gd name="connsiteX17" fmla="*/ 7632237 w 8864598"/>
              <a:gd name="connsiteY17" fmla="*/ 6339152 h 6857999"/>
              <a:gd name="connsiteX18" fmla="*/ 7670555 w 8864598"/>
              <a:gd name="connsiteY18" fmla="*/ 6285495 h 6857999"/>
              <a:gd name="connsiteX19" fmla="*/ 7631295 w 8864598"/>
              <a:gd name="connsiteY19" fmla="*/ 6255357 h 6857999"/>
              <a:gd name="connsiteX20" fmla="*/ 7448986 w 8864598"/>
              <a:gd name="connsiteY20" fmla="*/ 6255357 h 6857999"/>
              <a:gd name="connsiteX21" fmla="*/ 7409753 w 8864598"/>
              <a:gd name="connsiteY21" fmla="*/ 6285495 h 6857999"/>
              <a:gd name="connsiteX22" fmla="*/ 7448072 w 8864598"/>
              <a:gd name="connsiteY22" fmla="*/ 6339152 h 6857999"/>
              <a:gd name="connsiteX23" fmla="*/ 7475357 w 8864598"/>
              <a:gd name="connsiteY23" fmla="*/ 6331644 h 6857999"/>
              <a:gd name="connsiteX24" fmla="*/ 7440376 w 8864598"/>
              <a:gd name="connsiteY24" fmla="*/ 6287567 h 6857999"/>
              <a:gd name="connsiteX25" fmla="*/ 7453157 w 8864598"/>
              <a:gd name="connsiteY25" fmla="*/ 6276104 h 6857999"/>
              <a:gd name="connsiteX26" fmla="*/ 7448986 w 8864598"/>
              <a:gd name="connsiteY26" fmla="*/ 6255357 h 6857999"/>
              <a:gd name="connsiteX27" fmla="*/ 7348750 w 8864598"/>
              <a:gd name="connsiteY27" fmla="*/ 6246530 h 6857999"/>
              <a:gd name="connsiteX28" fmla="*/ 7306126 w 8864598"/>
              <a:gd name="connsiteY28" fmla="*/ 6324217 h 6857999"/>
              <a:gd name="connsiteX29" fmla="*/ 7343583 w 8864598"/>
              <a:gd name="connsiteY29" fmla="*/ 6398082 h 6857999"/>
              <a:gd name="connsiteX30" fmla="*/ 7512842 w 8864598"/>
              <a:gd name="connsiteY30" fmla="*/ 6467400 h 6857999"/>
              <a:gd name="connsiteX31" fmla="*/ 7578446 w 8864598"/>
              <a:gd name="connsiteY31" fmla="*/ 6453945 h 6857999"/>
              <a:gd name="connsiteX32" fmla="*/ 7581325 w 8864598"/>
              <a:gd name="connsiteY32" fmla="*/ 6452681 h 6857999"/>
              <a:gd name="connsiteX33" fmla="*/ 7579092 w 8864598"/>
              <a:gd name="connsiteY33" fmla="*/ 6450474 h 6857999"/>
              <a:gd name="connsiteX34" fmla="*/ 7561251 w 8864598"/>
              <a:gd name="connsiteY34" fmla="*/ 6432553 h 6857999"/>
              <a:gd name="connsiteX35" fmla="*/ 7560309 w 8864598"/>
              <a:gd name="connsiteY35" fmla="*/ 6431557 h 6857999"/>
              <a:gd name="connsiteX36" fmla="*/ 7559018 w 8864598"/>
              <a:gd name="connsiteY36" fmla="*/ 6432041 h 6857999"/>
              <a:gd name="connsiteX37" fmla="*/ 7512707 w 8864598"/>
              <a:gd name="connsiteY37" fmla="*/ 6439926 h 6857999"/>
              <a:gd name="connsiteX38" fmla="*/ 7362958 w 8864598"/>
              <a:gd name="connsiteY38" fmla="*/ 6378707 h 6857999"/>
              <a:gd name="connsiteX39" fmla="*/ 7333600 w 8864598"/>
              <a:gd name="connsiteY39" fmla="*/ 6324324 h 6857999"/>
              <a:gd name="connsiteX40" fmla="*/ 7358895 w 8864598"/>
              <a:gd name="connsiteY40" fmla="*/ 6273197 h 6857999"/>
              <a:gd name="connsiteX41" fmla="*/ 7348750 w 8864598"/>
              <a:gd name="connsiteY41" fmla="*/ 6246530 h 6857999"/>
              <a:gd name="connsiteX42" fmla="*/ 7940508 w 8864598"/>
              <a:gd name="connsiteY42" fmla="*/ 6227640 h 6857999"/>
              <a:gd name="connsiteX43" fmla="*/ 7887470 w 8864598"/>
              <a:gd name="connsiteY43" fmla="*/ 6297281 h 6857999"/>
              <a:gd name="connsiteX44" fmla="*/ 7943226 w 8864598"/>
              <a:gd name="connsiteY44" fmla="*/ 6381210 h 6857999"/>
              <a:gd name="connsiteX45" fmla="*/ 8000838 w 8864598"/>
              <a:gd name="connsiteY45" fmla="*/ 6381210 h 6857999"/>
              <a:gd name="connsiteX46" fmla="*/ 7940454 w 8864598"/>
              <a:gd name="connsiteY46" fmla="*/ 6295532 h 6857999"/>
              <a:gd name="connsiteX47" fmla="*/ 7995833 w 8864598"/>
              <a:gd name="connsiteY47" fmla="*/ 6227640 h 6857999"/>
              <a:gd name="connsiteX48" fmla="*/ 8306552 w 8864598"/>
              <a:gd name="connsiteY48" fmla="*/ 6221962 h 6857999"/>
              <a:gd name="connsiteX49" fmla="*/ 8231799 w 8864598"/>
              <a:gd name="connsiteY49" fmla="*/ 6235982 h 6857999"/>
              <a:gd name="connsiteX50" fmla="*/ 8231799 w 8864598"/>
              <a:gd name="connsiteY50" fmla="*/ 6381291 h 6857999"/>
              <a:gd name="connsiteX51" fmla="*/ 8280558 w 8864598"/>
              <a:gd name="connsiteY51" fmla="*/ 6381291 h 6857999"/>
              <a:gd name="connsiteX52" fmla="*/ 8280558 w 8864598"/>
              <a:gd name="connsiteY52" fmla="*/ 6264586 h 6857999"/>
              <a:gd name="connsiteX53" fmla="*/ 8305476 w 8864598"/>
              <a:gd name="connsiteY53" fmla="*/ 6259743 h 6857999"/>
              <a:gd name="connsiteX54" fmla="*/ 8336906 w 8864598"/>
              <a:gd name="connsiteY54" fmla="*/ 6305488 h 6857999"/>
              <a:gd name="connsiteX55" fmla="*/ 8336906 w 8864598"/>
              <a:gd name="connsiteY55" fmla="*/ 6381210 h 6857999"/>
              <a:gd name="connsiteX56" fmla="*/ 8385665 w 8864598"/>
              <a:gd name="connsiteY56" fmla="*/ 6381210 h 6857999"/>
              <a:gd name="connsiteX57" fmla="*/ 8385665 w 8864598"/>
              <a:gd name="connsiteY57" fmla="*/ 6298277 h 6857999"/>
              <a:gd name="connsiteX58" fmla="*/ 8306552 w 8864598"/>
              <a:gd name="connsiteY58" fmla="*/ 6221962 h 6857999"/>
              <a:gd name="connsiteX59" fmla="*/ 8104761 w 8864598"/>
              <a:gd name="connsiteY59" fmla="*/ 6221962 h 6857999"/>
              <a:gd name="connsiteX60" fmla="*/ 8031918 w 8864598"/>
              <a:gd name="connsiteY60" fmla="*/ 6235982 h 6857999"/>
              <a:gd name="connsiteX61" fmla="*/ 8031918 w 8864598"/>
              <a:gd name="connsiteY61" fmla="*/ 6440921 h 6857999"/>
              <a:gd name="connsiteX62" fmla="*/ 8080516 w 8864598"/>
              <a:gd name="connsiteY62" fmla="*/ 6440921 h 6857999"/>
              <a:gd name="connsiteX63" fmla="*/ 8080516 w 8864598"/>
              <a:gd name="connsiteY63" fmla="*/ 6382421 h 6857999"/>
              <a:gd name="connsiteX64" fmla="*/ 8108151 w 8864598"/>
              <a:gd name="connsiteY64" fmla="*/ 6384735 h 6857999"/>
              <a:gd name="connsiteX65" fmla="*/ 8189928 w 8864598"/>
              <a:gd name="connsiteY65" fmla="*/ 6302689 h 6857999"/>
              <a:gd name="connsiteX66" fmla="*/ 8104761 w 8864598"/>
              <a:gd name="connsiteY66" fmla="*/ 6221962 h 6857999"/>
              <a:gd name="connsiteX67" fmla="*/ 7570104 w 8864598"/>
              <a:gd name="connsiteY67" fmla="*/ 6214105 h 6857999"/>
              <a:gd name="connsiteX68" fmla="*/ 7550487 w 8864598"/>
              <a:gd name="connsiteY68" fmla="*/ 6216581 h 6857999"/>
              <a:gd name="connsiteX69" fmla="*/ 7550487 w 8864598"/>
              <a:gd name="connsiteY69" fmla="*/ 6240557 h 6857999"/>
              <a:gd name="connsiteX70" fmla="*/ 7555492 w 8864598"/>
              <a:gd name="connsiteY70" fmla="*/ 6240530 h 6857999"/>
              <a:gd name="connsiteX71" fmla="*/ 7576831 w 8864598"/>
              <a:gd name="connsiteY71" fmla="*/ 6258962 h 6857999"/>
              <a:gd name="connsiteX72" fmla="*/ 7549330 w 8864598"/>
              <a:gd name="connsiteY72" fmla="*/ 6324836 h 6857999"/>
              <a:gd name="connsiteX73" fmla="*/ 7579953 w 8864598"/>
              <a:gd name="connsiteY73" fmla="*/ 6327338 h 6857999"/>
              <a:gd name="connsiteX74" fmla="*/ 7612055 w 8864598"/>
              <a:gd name="connsiteY74" fmla="*/ 6252316 h 6857999"/>
              <a:gd name="connsiteX75" fmla="*/ 7570104 w 8864598"/>
              <a:gd name="connsiteY75" fmla="*/ 6214105 h 6857999"/>
              <a:gd name="connsiteX76" fmla="*/ 7510204 w 8864598"/>
              <a:gd name="connsiteY76" fmla="*/ 6214105 h 6857999"/>
              <a:gd name="connsiteX77" fmla="*/ 7468253 w 8864598"/>
              <a:gd name="connsiteY77" fmla="*/ 6252316 h 6857999"/>
              <a:gd name="connsiteX78" fmla="*/ 7500356 w 8864598"/>
              <a:gd name="connsiteY78" fmla="*/ 6327338 h 6857999"/>
              <a:gd name="connsiteX79" fmla="*/ 7530951 w 8864598"/>
              <a:gd name="connsiteY79" fmla="*/ 6324836 h 6857999"/>
              <a:gd name="connsiteX80" fmla="*/ 7503477 w 8864598"/>
              <a:gd name="connsiteY80" fmla="*/ 6258962 h 6857999"/>
              <a:gd name="connsiteX81" fmla="*/ 7524816 w 8864598"/>
              <a:gd name="connsiteY81" fmla="*/ 6240530 h 6857999"/>
              <a:gd name="connsiteX82" fmla="*/ 7529821 w 8864598"/>
              <a:gd name="connsiteY82" fmla="*/ 6240557 h 6857999"/>
              <a:gd name="connsiteX83" fmla="*/ 7529821 w 8864598"/>
              <a:gd name="connsiteY83" fmla="*/ 6216581 h 6857999"/>
              <a:gd name="connsiteX84" fmla="*/ 7510204 w 8864598"/>
              <a:gd name="connsiteY84" fmla="*/ 6214105 h 6857999"/>
              <a:gd name="connsiteX85" fmla="*/ 7654572 w 8864598"/>
              <a:gd name="connsiteY85" fmla="*/ 6187869 h 6857999"/>
              <a:gd name="connsiteX86" fmla="*/ 7630112 w 8864598"/>
              <a:gd name="connsiteY86" fmla="*/ 6189510 h 6857999"/>
              <a:gd name="connsiteX87" fmla="*/ 7627663 w 8864598"/>
              <a:gd name="connsiteY87" fmla="*/ 6189833 h 6857999"/>
              <a:gd name="connsiteX88" fmla="*/ 7628336 w 8864598"/>
              <a:gd name="connsiteY88" fmla="*/ 6192201 h 6857999"/>
              <a:gd name="connsiteX89" fmla="*/ 7633287 w 8864598"/>
              <a:gd name="connsiteY89" fmla="*/ 6214858 h 6857999"/>
              <a:gd name="connsiteX90" fmla="*/ 7633583 w 8864598"/>
              <a:gd name="connsiteY90" fmla="*/ 6216904 h 6857999"/>
              <a:gd name="connsiteX91" fmla="*/ 7635655 w 8864598"/>
              <a:gd name="connsiteY91" fmla="*/ 6216661 h 6857999"/>
              <a:gd name="connsiteX92" fmla="*/ 7654491 w 8864598"/>
              <a:gd name="connsiteY92" fmla="*/ 6215450 h 6857999"/>
              <a:gd name="connsiteX93" fmla="*/ 7721764 w 8864598"/>
              <a:gd name="connsiteY93" fmla="*/ 6239104 h 6857999"/>
              <a:gd name="connsiteX94" fmla="*/ 7739363 w 8864598"/>
              <a:gd name="connsiteY94" fmla="*/ 6279467 h 6857999"/>
              <a:gd name="connsiteX95" fmla="*/ 7720096 w 8864598"/>
              <a:gd name="connsiteY95" fmla="*/ 6344291 h 6857999"/>
              <a:gd name="connsiteX96" fmla="*/ 7702147 w 8864598"/>
              <a:gd name="connsiteY96" fmla="*/ 6395876 h 6857999"/>
              <a:gd name="connsiteX97" fmla="*/ 7643324 w 8864598"/>
              <a:gd name="connsiteY97" fmla="*/ 6490058 h 6857999"/>
              <a:gd name="connsiteX98" fmla="*/ 7601669 w 8864598"/>
              <a:gd name="connsiteY98" fmla="*/ 6470818 h 6857999"/>
              <a:gd name="connsiteX99" fmla="*/ 7573468 w 8864598"/>
              <a:gd name="connsiteY99" fmla="*/ 6483223 h 6857999"/>
              <a:gd name="connsiteX100" fmla="*/ 7643432 w 8864598"/>
              <a:gd name="connsiteY100" fmla="*/ 6517667 h 6857999"/>
              <a:gd name="connsiteX101" fmla="*/ 7729029 w 8864598"/>
              <a:gd name="connsiteY101" fmla="*/ 6402630 h 6857999"/>
              <a:gd name="connsiteX102" fmla="*/ 7745659 w 8864598"/>
              <a:gd name="connsiteY102" fmla="*/ 6355001 h 6857999"/>
              <a:gd name="connsiteX103" fmla="*/ 7767187 w 8864598"/>
              <a:gd name="connsiteY103" fmla="*/ 6279656 h 6857999"/>
              <a:gd name="connsiteX104" fmla="*/ 7741246 w 8864598"/>
              <a:gd name="connsiteY104" fmla="*/ 6219594 h 6857999"/>
              <a:gd name="connsiteX105" fmla="*/ 7654572 w 8864598"/>
              <a:gd name="connsiteY105" fmla="*/ 6187869 h 6857999"/>
              <a:gd name="connsiteX106" fmla="*/ 7838764 w 8864598"/>
              <a:gd name="connsiteY106" fmla="*/ 6167902 h 6857999"/>
              <a:gd name="connsiteX107" fmla="*/ 7838764 w 8864598"/>
              <a:gd name="connsiteY107" fmla="*/ 6381183 h 6857999"/>
              <a:gd name="connsiteX108" fmla="*/ 7887362 w 8864598"/>
              <a:gd name="connsiteY108" fmla="*/ 6381183 h 6857999"/>
              <a:gd name="connsiteX109" fmla="*/ 7887362 w 8864598"/>
              <a:gd name="connsiteY109" fmla="*/ 6167902 h 6857999"/>
              <a:gd name="connsiteX110" fmla="*/ 7540164 w 8864598"/>
              <a:gd name="connsiteY110" fmla="*/ 6150781 h 6857999"/>
              <a:gd name="connsiteX111" fmla="*/ 7515199 w 8864598"/>
              <a:gd name="connsiteY111" fmla="*/ 6175745 h 6857999"/>
              <a:gd name="connsiteX112" fmla="*/ 7540164 w 8864598"/>
              <a:gd name="connsiteY112" fmla="*/ 6200710 h 6857999"/>
              <a:gd name="connsiteX113" fmla="*/ 7565128 w 8864598"/>
              <a:gd name="connsiteY113" fmla="*/ 6175745 h 6857999"/>
              <a:gd name="connsiteX114" fmla="*/ 7458727 w 8864598"/>
              <a:gd name="connsiteY114" fmla="*/ 6025580 h 6857999"/>
              <a:gd name="connsiteX115" fmla="*/ 7359863 w 8864598"/>
              <a:gd name="connsiteY115" fmla="*/ 6169140 h 6857999"/>
              <a:gd name="connsiteX116" fmla="*/ 7380018 w 8864598"/>
              <a:gd name="connsiteY116" fmla="*/ 6257940 h 6857999"/>
              <a:gd name="connsiteX117" fmla="*/ 7380852 w 8864598"/>
              <a:gd name="connsiteY117" fmla="*/ 6260012 h 6857999"/>
              <a:gd name="connsiteX118" fmla="*/ 7382870 w 8864598"/>
              <a:gd name="connsiteY118" fmla="*/ 6259070 h 6857999"/>
              <a:gd name="connsiteX119" fmla="*/ 7404398 w 8864598"/>
              <a:gd name="connsiteY119" fmla="*/ 6250513 h 6857999"/>
              <a:gd name="connsiteX120" fmla="*/ 7406496 w 8864598"/>
              <a:gd name="connsiteY120" fmla="*/ 6249760 h 6857999"/>
              <a:gd name="connsiteX121" fmla="*/ 7405662 w 8864598"/>
              <a:gd name="connsiteY121" fmla="*/ 6247688 h 6857999"/>
              <a:gd name="connsiteX122" fmla="*/ 7387499 w 8864598"/>
              <a:gd name="connsiteY122" fmla="*/ 6169086 h 6857999"/>
              <a:gd name="connsiteX123" fmla="*/ 7417314 w 8864598"/>
              <a:gd name="connsiteY123" fmla="*/ 6069523 h 6857999"/>
              <a:gd name="connsiteX124" fmla="*/ 7458754 w 8864598"/>
              <a:gd name="connsiteY124" fmla="*/ 6053162 h 6857999"/>
              <a:gd name="connsiteX125" fmla="*/ 7618271 w 8864598"/>
              <a:gd name="connsiteY125" fmla="*/ 6165938 h 6857999"/>
              <a:gd name="connsiteX126" fmla="*/ 7620639 w 8864598"/>
              <a:gd name="connsiteY126" fmla="*/ 6165507 h 6857999"/>
              <a:gd name="connsiteX127" fmla="*/ 7645019 w 8864598"/>
              <a:gd name="connsiteY127" fmla="*/ 6162816 h 6857999"/>
              <a:gd name="connsiteX128" fmla="*/ 7647414 w 8864598"/>
              <a:gd name="connsiteY128" fmla="*/ 6162816 h 6857999"/>
              <a:gd name="connsiteX129" fmla="*/ 7458727 w 8864598"/>
              <a:gd name="connsiteY129" fmla="*/ 6025580 h 6857999"/>
              <a:gd name="connsiteX130" fmla="*/ 0 w 8864598"/>
              <a:gd name="connsiteY130" fmla="*/ 0 h 6857999"/>
              <a:gd name="connsiteX131" fmla="*/ 8864598 w 8864598"/>
              <a:gd name="connsiteY131" fmla="*/ 0 h 6857999"/>
              <a:gd name="connsiteX132" fmla="*/ 8864598 w 8864598"/>
              <a:gd name="connsiteY132" fmla="*/ 6857999 h 6857999"/>
              <a:gd name="connsiteX133" fmla="*/ 4518659 w 8864598"/>
              <a:gd name="connsiteY133" fmla="*/ 6857999 h 6857999"/>
              <a:gd name="connsiteX134" fmla="*/ 3662680 w 8864598"/>
              <a:gd name="connsiteY134" fmla="*/ 4540884 h 6857999"/>
              <a:gd name="connsiteX135" fmla="*/ 1205229 w 8864598"/>
              <a:gd name="connsiteY135" fmla="*/ 2266949 h 6857999"/>
              <a:gd name="connsiteX136" fmla="*/ 832485 w 8864598"/>
              <a:gd name="connsiteY136" fmla="*/ 1990091 h 6857999"/>
              <a:gd name="connsiteX137" fmla="*/ 378461 w 8864598"/>
              <a:gd name="connsiteY137" fmla="*/ 560705 h 6857999"/>
              <a:gd name="connsiteX138" fmla="*/ 0 w 8864598"/>
              <a:gd name="connsiteY13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8864598" h="6857999">
                <a:moveTo>
                  <a:pt x="7540141" y="6347866"/>
                </a:moveTo>
                <a:cubicBezTo>
                  <a:pt x="7513886" y="6347867"/>
                  <a:pt x="7487631" y="6351644"/>
                  <a:pt x="7462199" y="6359198"/>
                </a:cubicBezTo>
                <a:lnTo>
                  <a:pt x="7470272" y="6386107"/>
                </a:lnTo>
                <a:cubicBezTo>
                  <a:pt x="7492970" y="6379321"/>
                  <a:pt x="7516545" y="6375914"/>
                  <a:pt x="7540235" y="6375989"/>
                </a:cubicBezTo>
                <a:cubicBezTo>
                  <a:pt x="7563819" y="6375941"/>
                  <a:pt x="7587281" y="6379350"/>
                  <a:pt x="7609876" y="6386107"/>
                </a:cubicBezTo>
                <a:lnTo>
                  <a:pt x="7618083" y="6359198"/>
                </a:lnTo>
                <a:cubicBezTo>
                  <a:pt x="7592652" y="6351644"/>
                  <a:pt x="7566397" y="6347867"/>
                  <a:pt x="7540141" y="6347866"/>
                </a:cubicBezTo>
                <a:close/>
                <a:moveTo>
                  <a:pt x="8104384" y="6259204"/>
                </a:moveTo>
                <a:cubicBezTo>
                  <a:pt x="8125669" y="6259204"/>
                  <a:pt x="8139770" y="6272443"/>
                  <a:pt x="8139770" y="6303039"/>
                </a:cubicBezTo>
                <a:cubicBezTo>
                  <a:pt x="8139770" y="6332639"/>
                  <a:pt x="8128656" y="6348785"/>
                  <a:pt x="8102393" y="6348785"/>
                </a:cubicBezTo>
                <a:cubicBezTo>
                  <a:pt x="8094971" y="6348779"/>
                  <a:pt x="8087593" y="6347636"/>
                  <a:pt x="8080516" y="6345394"/>
                </a:cubicBezTo>
                <a:lnTo>
                  <a:pt x="8080516" y="6263833"/>
                </a:lnTo>
                <a:cubicBezTo>
                  <a:pt x="8088053" y="6260612"/>
                  <a:pt x="8096190" y="6259035"/>
                  <a:pt x="8104384" y="6259204"/>
                </a:cubicBezTo>
                <a:close/>
                <a:moveTo>
                  <a:pt x="7631295" y="6255357"/>
                </a:moveTo>
                <a:cubicBezTo>
                  <a:pt x="7630722" y="6262412"/>
                  <a:pt x="7629323" y="6269376"/>
                  <a:pt x="7627124" y="6276104"/>
                </a:cubicBezTo>
                <a:cubicBezTo>
                  <a:pt x="7635547" y="6277341"/>
                  <a:pt x="7639798" y="6281378"/>
                  <a:pt x="7639933" y="6287567"/>
                </a:cubicBezTo>
                <a:cubicBezTo>
                  <a:pt x="7639933" y="6295989"/>
                  <a:pt x="7635170" y="6303470"/>
                  <a:pt x="7604951" y="6331644"/>
                </a:cubicBezTo>
                <a:cubicBezTo>
                  <a:pt x="7613885" y="6333581"/>
                  <a:pt x="7624541" y="6336461"/>
                  <a:pt x="7632237" y="6339152"/>
                </a:cubicBezTo>
                <a:cubicBezTo>
                  <a:pt x="7663128" y="6312969"/>
                  <a:pt x="7670555" y="6300053"/>
                  <a:pt x="7670555" y="6285495"/>
                </a:cubicBezTo>
                <a:cubicBezTo>
                  <a:pt x="7670555" y="6267358"/>
                  <a:pt x="7653710" y="6254603"/>
                  <a:pt x="7631295" y="6255357"/>
                </a:cubicBezTo>
                <a:close/>
                <a:moveTo>
                  <a:pt x="7448986" y="6255357"/>
                </a:moveTo>
                <a:cubicBezTo>
                  <a:pt x="7426598" y="6254603"/>
                  <a:pt x="7409753" y="6267358"/>
                  <a:pt x="7409753" y="6285495"/>
                </a:cubicBezTo>
                <a:cubicBezTo>
                  <a:pt x="7409753" y="6300053"/>
                  <a:pt x="7417180" y="6312969"/>
                  <a:pt x="7448072" y="6339152"/>
                </a:cubicBezTo>
                <a:cubicBezTo>
                  <a:pt x="7455768" y="6336461"/>
                  <a:pt x="7466397" y="6333581"/>
                  <a:pt x="7475357" y="6331644"/>
                </a:cubicBezTo>
                <a:cubicBezTo>
                  <a:pt x="7445112" y="6303470"/>
                  <a:pt x="7440376" y="6295989"/>
                  <a:pt x="7440376" y="6287567"/>
                </a:cubicBezTo>
                <a:cubicBezTo>
                  <a:pt x="7440456" y="6281378"/>
                  <a:pt x="7444735" y="6277341"/>
                  <a:pt x="7453157" y="6276104"/>
                </a:cubicBezTo>
                <a:cubicBezTo>
                  <a:pt x="7450986" y="6269368"/>
                  <a:pt x="7449584" y="6262407"/>
                  <a:pt x="7448986" y="6255357"/>
                </a:cubicBezTo>
                <a:close/>
                <a:moveTo>
                  <a:pt x="7348750" y="6246530"/>
                </a:moveTo>
                <a:cubicBezTo>
                  <a:pt x="7320038" y="6265609"/>
                  <a:pt x="7306126" y="6291065"/>
                  <a:pt x="7306126" y="6324217"/>
                </a:cubicBezTo>
                <a:cubicBezTo>
                  <a:pt x="7306126" y="6347708"/>
                  <a:pt x="7319581" y="6373945"/>
                  <a:pt x="7343583" y="6398082"/>
                </a:cubicBezTo>
                <a:cubicBezTo>
                  <a:pt x="7377085" y="6431611"/>
                  <a:pt x="7439138" y="6467400"/>
                  <a:pt x="7512842" y="6467400"/>
                </a:cubicBezTo>
                <a:cubicBezTo>
                  <a:pt x="7535408" y="6467516"/>
                  <a:pt x="7557748" y="6462933"/>
                  <a:pt x="7578446" y="6453945"/>
                </a:cubicBezTo>
                <a:lnTo>
                  <a:pt x="7581325" y="6452681"/>
                </a:lnTo>
                <a:lnTo>
                  <a:pt x="7579092" y="6450474"/>
                </a:lnTo>
                <a:cubicBezTo>
                  <a:pt x="7572687" y="6444473"/>
                  <a:pt x="7566741" y="6438284"/>
                  <a:pt x="7561251" y="6432553"/>
                </a:cubicBezTo>
                <a:lnTo>
                  <a:pt x="7560309" y="6431557"/>
                </a:lnTo>
                <a:lnTo>
                  <a:pt x="7559018" y="6432041"/>
                </a:lnTo>
                <a:cubicBezTo>
                  <a:pt x="7544158" y="6437350"/>
                  <a:pt x="7528487" y="6440020"/>
                  <a:pt x="7512707" y="6439926"/>
                </a:cubicBezTo>
                <a:cubicBezTo>
                  <a:pt x="7458889" y="6439926"/>
                  <a:pt x="7400146" y="6415896"/>
                  <a:pt x="7362958" y="6378707"/>
                </a:cubicBezTo>
                <a:cubicBezTo>
                  <a:pt x="7344310" y="6360033"/>
                  <a:pt x="7333600" y="6340227"/>
                  <a:pt x="7333600" y="6324324"/>
                </a:cubicBezTo>
                <a:cubicBezTo>
                  <a:pt x="7333600" y="6302635"/>
                  <a:pt x="7341673" y="6286329"/>
                  <a:pt x="7358895" y="6273197"/>
                </a:cubicBezTo>
                <a:cubicBezTo>
                  <a:pt x="7355558" y="6265420"/>
                  <a:pt x="7352006" y="6256352"/>
                  <a:pt x="7348750" y="6246530"/>
                </a:cubicBezTo>
                <a:close/>
                <a:moveTo>
                  <a:pt x="7940508" y="6227640"/>
                </a:moveTo>
                <a:lnTo>
                  <a:pt x="7887470" y="6297281"/>
                </a:lnTo>
                <a:lnTo>
                  <a:pt x="7943226" y="6381210"/>
                </a:lnTo>
                <a:lnTo>
                  <a:pt x="8000838" y="6381210"/>
                </a:lnTo>
                <a:lnTo>
                  <a:pt x="7940454" y="6295532"/>
                </a:lnTo>
                <a:lnTo>
                  <a:pt x="7995833" y="6227640"/>
                </a:lnTo>
                <a:close/>
                <a:moveTo>
                  <a:pt x="8306552" y="6221962"/>
                </a:moveTo>
                <a:cubicBezTo>
                  <a:pt x="8280962" y="6221758"/>
                  <a:pt x="8255576" y="6226521"/>
                  <a:pt x="8231799" y="6235982"/>
                </a:cubicBezTo>
                <a:lnTo>
                  <a:pt x="8231799" y="6381291"/>
                </a:lnTo>
                <a:lnTo>
                  <a:pt x="8280558" y="6381291"/>
                </a:lnTo>
                <a:lnTo>
                  <a:pt x="8280558" y="6264586"/>
                </a:lnTo>
                <a:cubicBezTo>
                  <a:pt x="8288445" y="6261285"/>
                  <a:pt x="8296927" y="6259638"/>
                  <a:pt x="8305476" y="6259743"/>
                </a:cubicBezTo>
                <a:cubicBezTo>
                  <a:pt x="8331874" y="6259743"/>
                  <a:pt x="8336906" y="6275888"/>
                  <a:pt x="8336906" y="6305488"/>
                </a:cubicBezTo>
                <a:lnTo>
                  <a:pt x="8336906" y="6381210"/>
                </a:lnTo>
                <a:lnTo>
                  <a:pt x="8385665" y="6381210"/>
                </a:lnTo>
                <a:lnTo>
                  <a:pt x="8385665" y="6298277"/>
                </a:lnTo>
                <a:cubicBezTo>
                  <a:pt x="8385558" y="6251858"/>
                  <a:pt x="8370085" y="6221962"/>
                  <a:pt x="8306552" y="6221962"/>
                </a:cubicBezTo>
                <a:close/>
                <a:moveTo>
                  <a:pt x="8104761" y="6221962"/>
                </a:moveTo>
                <a:cubicBezTo>
                  <a:pt x="8079819" y="6222056"/>
                  <a:pt x="8055114" y="6226811"/>
                  <a:pt x="8031918" y="6235982"/>
                </a:cubicBezTo>
                <a:lnTo>
                  <a:pt x="8031918" y="6440921"/>
                </a:lnTo>
                <a:lnTo>
                  <a:pt x="8080516" y="6440921"/>
                </a:lnTo>
                <a:lnTo>
                  <a:pt x="8080516" y="6382421"/>
                </a:lnTo>
                <a:cubicBezTo>
                  <a:pt x="8089633" y="6384076"/>
                  <a:pt x="8098887" y="6384851"/>
                  <a:pt x="8108151" y="6384735"/>
                </a:cubicBezTo>
                <a:cubicBezTo>
                  <a:pt x="8161754" y="6384735"/>
                  <a:pt x="8189928" y="6354059"/>
                  <a:pt x="8189928" y="6302689"/>
                </a:cubicBezTo>
                <a:cubicBezTo>
                  <a:pt x="8189928" y="6250916"/>
                  <a:pt x="8162212" y="6221962"/>
                  <a:pt x="8104761" y="6221962"/>
                </a:cubicBezTo>
                <a:close/>
                <a:moveTo>
                  <a:pt x="7570104" y="6214105"/>
                </a:moveTo>
                <a:cubicBezTo>
                  <a:pt x="7563484" y="6214046"/>
                  <a:pt x="7556886" y="6214877"/>
                  <a:pt x="7550487" y="6216581"/>
                </a:cubicBezTo>
                <a:lnTo>
                  <a:pt x="7550487" y="6240557"/>
                </a:lnTo>
                <a:cubicBezTo>
                  <a:pt x="7552021" y="6240449"/>
                  <a:pt x="7553689" y="6240422"/>
                  <a:pt x="7555492" y="6240530"/>
                </a:cubicBezTo>
                <a:cubicBezTo>
                  <a:pt x="7569808" y="6240530"/>
                  <a:pt x="7576831" y="6246746"/>
                  <a:pt x="7576831" y="6258962"/>
                </a:cubicBezTo>
                <a:cubicBezTo>
                  <a:pt x="7576831" y="6269457"/>
                  <a:pt x="7571422" y="6283826"/>
                  <a:pt x="7549330" y="6324836"/>
                </a:cubicBezTo>
                <a:cubicBezTo>
                  <a:pt x="7559574" y="6325129"/>
                  <a:pt x="7569797" y="6325966"/>
                  <a:pt x="7579953" y="6327338"/>
                </a:cubicBezTo>
                <a:cubicBezTo>
                  <a:pt x="7605301" y="6288024"/>
                  <a:pt x="7612055" y="6270614"/>
                  <a:pt x="7612055" y="6252316"/>
                </a:cubicBezTo>
                <a:cubicBezTo>
                  <a:pt x="7612055" y="6233130"/>
                  <a:pt x="7598197" y="6214105"/>
                  <a:pt x="7570104" y="6214105"/>
                </a:cubicBezTo>
                <a:close/>
                <a:moveTo>
                  <a:pt x="7510204" y="6214105"/>
                </a:moveTo>
                <a:cubicBezTo>
                  <a:pt x="7482084" y="6214105"/>
                  <a:pt x="7468253" y="6233130"/>
                  <a:pt x="7468253" y="6252316"/>
                </a:cubicBezTo>
                <a:cubicBezTo>
                  <a:pt x="7468253" y="6270614"/>
                  <a:pt x="7474980" y="6288024"/>
                  <a:pt x="7500356" y="6327338"/>
                </a:cubicBezTo>
                <a:cubicBezTo>
                  <a:pt x="7510503" y="6325966"/>
                  <a:pt x="7520715" y="6325132"/>
                  <a:pt x="7530951" y="6324836"/>
                </a:cubicBezTo>
                <a:cubicBezTo>
                  <a:pt x="7508859" y="6283826"/>
                  <a:pt x="7503477" y="6269457"/>
                  <a:pt x="7503477" y="6258962"/>
                </a:cubicBezTo>
                <a:cubicBezTo>
                  <a:pt x="7503477" y="6246746"/>
                  <a:pt x="7510500" y="6240530"/>
                  <a:pt x="7524816" y="6240530"/>
                </a:cubicBezTo>
                <a:cubicBezTo>
                  <a:pt x="7526780" y="6240422"/>
                  <a:pt x="7528287" y="6240449"/>
                  <a:pt x="7529821" y="6240557"/>
                </a:cubicBezTo>
                <a:lnTo>
                  <a:pt x="7529821" y="6216581"/>
                </a:lnTo>
                <a:cubicBezTo>
                  <a:pt x="7523422" y="6214877"/>
                  <a:pt x="7516824" y="6214046"/>
                  <a:pt x="7510204" y="6214105"/>
                </a:cubicBezTo>
                <a:close/>
                <a:moveTo>
                  <a:pt x="7654572" y="6187869"/>
                </a:moveTo>
                <a:cubicBezTo>
                  <a:pt x="7646392" y="6187847"/>
                  <a:pt x="7638217" y="6188396"/>
                  <a:pt x="7630112" y="6189510"/>
                </a:cubicBezTo>
                <a:lnTo>
                  <a:pt x="7627663" y="6189833"/>
                </a:lnTo>
                <a:lnTo>
                  <a:pt x="7628336" y="6192201"/>
                </a:lnTo>
                <a:cubicBezTo>
                  <a:pt x="7630502" y="6199631"/>
                  <a:pt x="7632157" y="6207203"/>
                  <a:pt x="7633287" y="6214858"/>
                </a:cubicBezTo>
                <a:lnTo>
                  <a:pt x="7633583" y="6216904"/>
                </a:lnTo>
                <a:lnTo>
                  <a:pt x="7635655" y="6216661"/>
                </a:lnTo>
                <a:cubicBezTo>
                  <a:pt x="7641901" y="6215859"/>
                  <a:pt x="7648195" y="6215456"/>
                  <a:pt x="7654491" y="6215450"/>
                </a:cubicBezTo>
                <a:cubicBezTo>
                  <a:pt x="7690442" y="6215450"/>
                  <a:pt x="7710866" y="6228313"/>
                  <a:pt x="7721764" y="6239104"/>
                </a:cubicBezTo>
                <a:cubicBezTo>
                  <a:pt x="7732692" y="6249733"/>
                  <a:pt x="7739010" y="6264226"/>
                  <a:pt x="7739363" y="6279467"/>
                </a:cubicBezTo>
                <a:cubicBezTo>
                  <a:pt x="7739363" y="6298061"/>
                  <a:pt x="7729595" y="6321526"/>
                  <a:pt x="7720096" y="6344291"/>
                </a:cubicBezTo>
                <a:cubicBezTo>
                  <a:pt x="7712949" y="6361058"/>
                  <a:pt x="7706953" y="6378293"/>
                  <a:pt x="7702147" y="6395876"/>
                </a:cubicBezTo>
                <a:cubicBezTo>
                  <a:pt x="7693321" y="6431073"/>
                  <a:pt x="7678575" y="6490058"/>
                  <a:pt x="7643324" y="6490058"/>
                </a:cubicBezTo>
                <a:cubicBezTo>
                  <a:pt x="7631699" y="6490058"/>
                  <a:pt x="7618029" y="6483707"/>
                  <a:pt x="7601669" y="6470818"/>
                </a:cubicBezTo>
                <a:cubicBezTo>
                  <a:pt x="7592692" y="6475855"/>
                  <a:pt x="7583247" y="6480010"/>
                  <a:pt x="7573468" y="6483223"/>
                </a:cubicBezTo>
                <a:cubicBezTo>
                  <a:pt x="7599812" y="6506688"/>
                  <a:pt x="7621904" y="6517667"/>
                  <a:pt x="7643432" y="6517667"/>
                </a:cubicBezTo>
                <a:cubicBezTo>
                  <a:pt x="7700560" y="6517667"/>
                  <a:pt x="7719073" y="6442832"/>
                  <a:pt x="7729029" y="6402630"/>
                </a:cubicBezTo>
                <a:cubicBezTo>
                  <a:pt x="7733432" y="6386377"/>
                  <a:pt x="7738988" y="6370460"/>
                  <a:pt x="7745659" y="6355001"/>
                </a:cubicBezTo>
                <a:cubicBezTo>
                  <a:pt x="7756181" y="6329760"/>
                  <a:pt x="7767187" y="6303685"/>
                  <a:pt x="7767187" y="6279656"/>
                </a:cubicBezTo>
                <a:cubicBezTo>
                  <a:pt x="7766802" y="6256998"/>
                  <a:pt x="7757478" y="6235409"/>
                  <a:pt x="7741246" y="6219594"/>
                </a:cubicBezTo>
                <a:cubicBezTo>
                  <a:pt x="7726769" y="6205117"/>
                  <a:pt x="7699995" y="6187869"/>
                  <a:pt x="7654572" y="6187869"/>
                </a:cubicBezTo>
                <a:close/>
                <a:moveTo>
                  <a:pt x="7838764" y="6167902"/>
                </a:moveTo>
                <a:lnTo>
                  <a:pt x="7838764" y="6381183"/>
                </a:lnTo>
                <a:lnTo>
                  <a:pt x="7887362" y="6381183"/>
                </a:lnTo>
                <a:lnTo>
                  <a:pt x="7887362" y="6167902"/>
                </a:lnTo>
                <a:close/>
                <a:moveTo>
                  <a:pt x="7540164" y="6150781"/>
                </a:moveTo>
                <a:lnTo>
                  <a:pt x="7515199" y="6175745"/>
                </a:lnTo>
                <a:lnTo>
                  <a:pt x="7540164" y="6200710"/>
                </a:lnTo>
                <a:lnTo>
                  <a:pt x="7565128" y="6175745"/>
                </a:lnTo>
                <a:close/>
                <a:moveTo>
                  <a:pt x="7458727" y="6025580"/>
                </a:moveTo>
                <a:cubicBezTo>
                  <a:pt x="7385830" y="6025580"/>
                  <a:pt x="7359863" y="6099741"/>
                  <a:pt x="7359863" y="6169140"/>
                </a:cubicBezTo>
                <a:cubicBezTo>
                  <a:pt x="7359863" y="6201431"/>
                  <a:pt x="7370815" y="6235229"/>
                  <a:pt x="7380018" y="6257940"/>
                </a:cubicBezTo>
                <a:lnTo>
                  <a:pt x="7380852" y="6260012"/>
                </a:lnTo>
                <a:lnTo>
                  <a:pt x="7382870" y="6259070"/>
                </a:lnTo>
                <a:cubicBezTo>
                  <a:pt x="7389302" y="6256137"/>
                  <a:pt x="7396325" y="6253339"/>
                  <a:pt x="7404398" y="6250513"/>
                </a:cubicBezTo>
                <a:lnTo>
                  <a:pt x="7406496" y="6249760"/>
                </a:lnTo>
                <a:lnTo>
                  <a:pt x="7405662" y="6247688"/>
                </a:lnTo>
                <a:cubicBezTo>
                  <a:pt x="7394118" y="6219137"/>
                  <a:pt x="7387499" y="6190479"/>
                  <a:pt x="7387499" y="6169086"/>
                </a:cubicBezTo>
                <a:cubicBezTo>
                  <a:pt x="7387499" y="6124740"/>
                  <a:pt x="7398262" y="6088359"/>
                  <a:pt x="7417314" y="6069523"/>
                </a:cubicBezTo>
                <a:cubicBezTo>
                  <a:pt x="7428320" y="6058490"/>
                  <a:pt x="7441882" y="6053162"/>
                  <a:pt x="7458754" y="6053162"/>
                </a:cubicBezTo>
                <a:cubicBezTo>
                  <a:pt x="7501997" y="6053162"/>
                  <a:pt x="7583289" y="6093310"/>
                  <a:pt x="7618271" y="6165938"/>
                </a:cubicBezTo>
                <a:lnTo>
                  <a:pt x="7620639" y="6165507"/>
                </a:lnTo>
                <a:cubicBezTo>
                  <a:pt x="7628696" y="6164060"/>
                  <a:pt x="7636841" y="6163161"/>
                  <a:pt x="7645019" y="6162816"/>
                </a:cubicBezTo>
                <a:cubicBezTo>
                  <a:pt x="7645853" y="6162816"/>
                  <a:pt x="7646579" y="6162816"/>
                  <a:pt x="7647414" y="6162816"/>
                </a:cubicBezTo>
                <a:cubicBezTo>
                  <a:pt x="7609902" y="6073182"/>
                  <a:pt x="7513837" y="6025580"/>
                  <a:pt x="7458727" y="6025580"/>
                </a:cubicBezTo>
                <a:close/>
                <a:moveTo>
                  <a:pt x="0" y="0"/>
                </a:moveTo>
                <a:lnTo>
                  <a:pt x="8864598" y="0"/>
                </a:lnTo>
                <a:lnTo>
                  <a:pt x="8864598" y="6857999"/>
                </a:lnTo>
                <a:lnTo>
                  <a:pt x="4518659" y="6857999"/>
                </a:lnTo>
                <a:cubicBezTo>
                  <a:pt x="4429759" y="6081394"/>
                  <a:pt x="4147184" y="5280024"/>
                  <a:pt x="3662680" y="4540884"/>
                </a:cubicBezTo>
                <a:cubicBezTo>
                  <a:pt x="3018154" y="3557904"/>
                  <a:pt x="2394584" y="3041015"/>
                  <a:pt x="1205229" y="2266949"/>
                </a:cubicBezTo>
                <a:cubicBezTo>
                  <a:pt x="1082039" y="2186940"/>
                  <a:pt x="957579" y="2092961"/>
                  <a:pt x="832485" y="1990091"/>
                </a:cubicBezTo>
                <a:cubicBezTo>
                  <a:pt x="804545" y="1576705"/>
                  <a:pt x="669290" y="1113156"/>
                  <a:pt x="378461" y="560705"/>
                </a:cubicBezTo>
                <a:cubicBezTo>
                  <a:pt x="271145" y="356235"/>
                  <a:pt x="143510" y="169545"/>
                  <a:pt x="0" y="0"/>
                </a:cubicBezTo>
                <a:close/>
              </a:path>
            </a:pathLst>
          </a:custGeom>
          <a:solidFill>
            <a:srgbClr val="1E1E1E"/>
          </a:solidFill>
        </p:spPr>
        <p:txBody>
          <a:bodyPr wrap="square" lIns="4284000" tIns="2844000" rIns="612000">
            <a:noAutofit/>
          </a:bodyPr>
          <a:lstStyle>
            <a:lvl1pPr algn="l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6238875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D9BA691-46BE-496B-9441-AE5BB77CB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>
                <a:solidFill>
                  <a:schemeClr val="bg1"/>
                </a:solidFill>
              </a:defRPr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footer" descr="{&quot;templafy&quot;:{&quot;id&quot;:&quot;d6b7ebeb-3093-4272-b8e4-d3782ed74f8b&quot;}}" title="Form.Footer">
            <a:extLst>
              <a:ext uri="{FF2B5EF4-FFF2-40B4-BE49-F238E27FC236}">
                <a16:creationId xmlns:a16="http://schemas.microsoft.com/office/drawing/2014/main" id="{A190433A-FB85-4008-8D77-78E7A2ADA299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191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F560B-5566-4AEE-BD88-401F35BF0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1972800"/>
            <a:ext cx="10923400" cy="3456000"/>
          </a:xfrm>
        </p:spPr>
        <p:txBody>
          <a:bodyPr numCol="2" spcCol="31750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334749D-ABC3-490A-903B-79464E9CB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8" name="footer" descr="{&quot;templafy&quot;:{&quot;id&quot;:&quot;fa26b5be-4f5e-4ad6-aa43-81e2c8120076&quot;}}" title="Form.Footer">
            <a:extLst>
              <a:ext uri="{FF2B5EF4-FFF2-40B4-BE49-F238E27FC236}">
                <a16:creationId xmlns:a16="http://schemas.microsoft.com/office/drawing/2014/main" id="{44AAF232-482D-45BA-8182-86E3A58BFF64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5395574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F560B-5566-4AEE-BD88-401F35BF0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2234775"/>
            <a:ext cx="5303650" cy="2933904"/>
          </a:xfrm>
        </p:spPr>
        <p:txBody>
          <a:bodyPr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5B6BA5-BDEA-42F3-99E7-A3005642A49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53350" y="1982679"/>
            <a:ext cx="530365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2F180B-1F6F-4275-8C15-63DE5F6FF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653c15df-a12c-42ef-826c-eebd17e42a0c&quot;}}" title="Form.Footer">
            <a:extLst>
              <a:ext uri="{FF2B5EF4-FFF2-40B4-BE49-F238E27FC236}">
                <a16:creationId xmlns:a16="http://schemas.microsoft.com/office/drawing/2014/main" id="{3CAC6E87-500D-4472-8108-93DB4D29B8DD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1925415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E8FFAD3A-2A58-4759-A55E-81B2CAA8B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2234775"/>
            <a:ext cx="7175500" cy="2933904"/>
          </a:xfrm>
        </p:spPr>
        <p:txBody>
          <a:bodyPr numCol="2" spcCol="31750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56B4907-1D40-4A7F-9715-7D79387CB93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28000" y="1982679"/>
            <a:ext cx="343080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3665CEA-CB8C-481F-B132-21185FE17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7c456ce1-1d69-46f7-97da-017edcae8fbd&quot;}}" title="Form.Footer">
            <a:extLst>
              <a:ext uri="{FF2B5EF4-FFF2-40B4-BE49-F238E27FC236}">
                <a16:creationId xmlns:a16="http://schemas.microsoft.com/office/drawing/2014/main" id="{E4AB3BC4-16B1-41DA-97E6-7971059D6B11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667232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4B52A20-C4F5-4CED-9BC6-19462856A17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600" y="1982679"/>
            <a:ext cx="530365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E60B9CF-E668-4A49-8A6F-95612B06979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53350" y="1982679"/>
            <a:ext cx="530365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2D83CD5-217A-4C04-8B37-25C6C0AAF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84ab28aa-1047-460d-824a-6f2bbf19d5c7&quot;}}" title="Form.Footer">
            <a:extLst>
              <a:ext uri="{FF2B5EF4-FFF2-40B4-BE49-F238E27FC236}">
                <a16:creationId xmlns:a16="http://schemas.microsoft.com/office/drawing/2014/main" id="{F3F885FD-1605-4A32-9E95-18E0A8D9C691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2529751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17D0CC7-FB53-4DF8-B080-9326CBEBB03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600" y="1982679"/>
            <a:ext cx="343080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03DE2E5-4C4C-4A4D-9F93-68CBCE68600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80800" y="1982679"/>
            <a:ext cx="343080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3FA183-3950-413F-AF18-1818E897D9E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28000" y="1982679"/>
            <a:ext cx="3430800" cy="3186000"/>
          </a:xfrm>
          <a:prstGeom prst="roundRect">
            <a:avLst>
              <a:gd name="adj" fmla="val 9965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38E96A-6690-45D6-A6FA-FE8AF7CB1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0" name="footer" descr="{&quot;templafy&quot;:{&quot;id&quot;:&quot;84a47476-b08a-4a4a-a4d3-6f1c29d9494d&quot;}}" title="Form.Footer">
            <a:extLst>
              <a:ext uri="{FF2B5EF4-FFF2-40B4-BE49-F238E27FC236}">
                <a16:creationId xmlns:a16="http://schemas.microsoft.com/office/drawing/2014/main" id="{D25A6E8D-3E93-46D5-9428-699B550BCE67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3268927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B9E091A-E200-460F-88DD-53223C31C31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33600" y="1498691"/>
            <a:ext cx="3430800" cy="2018461"/>
          </a:xfrm>
          <a:prstGeom prst="roundRect">
            <a:avLst>
              <a:gd name="adj" fmla="val 9449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>
            <a:noAutofit/>
          </a:bodyPr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2DB464B-8714-407C-AD21-7D1400C2CA4A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380800" y="1498691"/>
            <a:ext cx="3430800" cy="2018461"/>
          </a:xfrm>
          <a:prstGeom prst="roundRect">
            <a:avLst>
              <a:gd name="adj" fmla="val 9449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>
            <a:noAutofit/>
          </a:bodyPr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F0B71CF-4244-4929-B737-C1555514F05A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128000" y="1498691"/>
            <a:ext cx="3430800" cy="2018461"/>
          </a:xfrm>
          <a:prstGeom prst="roundRect">
            <a:avLst>
              <a:gd name="adj" fmla="val 9449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>
            <a:noAutofit/>
          </a:bodyPr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DF4D7A8-A713-4D2A-A76C-77A314B70EA0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33600" y="3818456"/>
            <a:ext cx="3430800" cy="2018461"/>
          </a:xfrm>
          <a:prstGeom prst="roundRect">
            <a:avLst>
              <a:gd name="adj" fmla="val 9449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>
            <a:noAutofit/>
          </a:bodyPr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F753937-9D7F-49E5-9AEA-2BD8F0A29B64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4380800" y="3818456"/>
            <a:ext cx="3430800" cy="2018461"/>
          </a:xfrm>
          <a:prstGeom prst="roundRect">
            <a:avLst>
              <a:gd name="adj" fmla="val 9449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>
            <a:noAutofit/>
          </a:bodyPr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A712F75-89FD-472A-A9A7-910DDC0E74C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128000" y="3818456"/>
            <a:ext cx="3430800" cy="2018461"/>
          </a:xfrm>
          <a:prstGeom prst="roundRect">
            <a:avLst>
              <a:gd name="adj" fmla="val 9449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62000" rIns="126000" bIns="162000" numCol="1" spcCol="0">
            <a:noAutofit/>
          </a:bodyPr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A31BBD-865B-445A-B4E3-50ED89430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6" name="footer" descr="{&quot;templafy&quot;:{&quot;id&quot;:&quot;a09c78d1-4c21-49bf-bbe0-3ffbd2da756f&quot;}}" title="Form.Footer">
            <a:extLst>
              <a:ext uri="{FF2B5EF4-FFF2-40B4-BE49-F238E27FC236}">
                <a16:creationId xmlns:a16="http://schemas.microsoft.com/office/drawing/2014/main" id="{994DF3E6-4548-4FDB-A53C-8636D7789067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60240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0676A82-9CF7-4332-A706-126077772EB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600" y="1982679"/>
            <a:ext cx="2494800" cy="3186000"/>
          </a:xfrm>
          <a:prstGeom prst="roundRect">
            <a:avLst>
              <a:gd name="adj" fmla="val 7636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0C5FE7B-C8EC-4DD9-BAF4-5C93B6080C7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442800" y="1982679"/>
            <a:ext cx="2494800" cy="3186000"/>
          </a:xfrm>
          <a:prstGeom prst="roundRect">
            <a:avLst>
              <a:gd name="adj" fmla="val 7636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E62A2D0-8ACF-4131-952B-E604E200600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52000" y="1982679"/>
            <a:ext cx="2494800" cy="3186000"/>
          </a:xfrm>
          <a:prstGeom prst="roundRect">
            <a:avLst>
              <a:gd name="adj" fmla="val 7636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18AC1DB-1EEA-47FE-8621-4E8AE54F5E5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061200" y="1982679"/>
            <a:ext cx="2494800" cy="3186000"/>
          </a:xfrm>
          <a:prstGeom prst="roundRect">
            <a:avLst>
              <a:gd name="adj" fmla="val 7636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B47D32-989F-4D57-B77A-9779A4990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4" name="footer" descr="{&quot;templafy&quot;:{&quot;id&quot;:&quot;dff5512e-7fbb-445b-b705-33952bf7300f&quot;}}" title="Form.Footer">
            <a:extLst>
              <a:ext uri="{FF2B5EF4-FFF2-40B4-BE49-F238E27FC236}">
                <a16:creationId xmlns:a16="http://schemas.microsoft.com/office/drawing/2014/main" id="{846C8521-5CFD-4B0B-A63F-86955DC50291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8810418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and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F02858B-815E-4729-B777-A2B27E2F5CA4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33600" y="3499201"/>
            <a:ext cx="2494800" cy="1983772"/>
          </a:xfrm>
          <a:prstGeom prst="roundRect">
            <a:avLst>
              <a:gd name="adj" fmla="val 9692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7420EB6-0500-4C85-B742-C491E369371D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3442800" y="3499201"/>
            <a:ext cx="2494800" cy="1983772"/>
          </a:xfrm>
          <a:prstGeom prst="roundRect">
            <a:avLst>
              <a:gd name="adj" fmla="val 9692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77D6DB8-B9B7-4883-A105-AB4C239C5055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252000" y="3499201"/>
            <a:ext cx="2494800" cy="1983772"/>
          </a:xfrm>
          <a:prstGeom prst="roundRect">
            <a:avLst>
              <a:gd name="adj" fmla="val 9692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BF8D2F5-0EF2-461D-9D53-E35CEA40AAE8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9061200" y="3499201"/>
            <a:ext cx="2494800" cy="1983772"/>
          </a:xfrm>
          <a:prstGeom prst="roundRect">
            <a:avLst>
              <a:gd name="adj" fmla="val 9692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C6EF04-BAAE-4841-BBCD-D9AAA93A49A4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633600" y="1983601"/>
            <a:ext cx="2494800" cy="1184170"/>
          </a:xfrm>
          <a:prstGeom prst="rect">
            <a:avLst/>
          </a:prstGeom>
          <a:noFill/>
          <a:effectLst/>
        </p:spPr>
        <p:txBody>
          <a:bodyPr lIns="0" tIns="0" rIns="0" bIns="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F376292-6DAD-4A49-85F7-0096B4CEF34E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442800" y="1983601"/>
            <a:ext cx="2494800" cy="1184170"/>
          </a:xfrm>
          <a:prstGeom prst="rect">
            <a:avLst/>
          </a:prstGeom>
          <a:noFill/>
          <a:effectLst/>
        </p:spPr>
        <p:txBody>
          <a:bodyPr lIns="0" tIns="0" rIns="0" bIns="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559F18A-4BE8-4C1B-9BBB-6942653D24E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6252000" y="1983601"/>
            <a:ext cx="2494800" cy="1184170"/>
          </a:xfrm>
          <a:prstGeom prst="rect">
            <a:avLst/>
          </a:prstGeom>
          <a:noFill/>
          <a:effectLst/>
        </p:spPr>
        <p:txBody>
          <a:bodyPr lIns="0" tIns="0" rIns="0" bIns="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5337366-3A67-452F-A147-2D1E60B23E01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9061200" y="1983601"/>
            <a:ext cx="2494800" cy="1184170"/>
          </a:xfrm>
          <a:prstGeom prst="rect">
            <a:avLst/>
          </a:prstGeom>
          <a:noFill/>
          <a:effectLst/>
        </p:spPr>
        <p:txBody>
          <a:bodyPr lIns="0" tIns="0" rIns="0" bIns="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3279834-83FA-4693-8B5C-E24DB6972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8" name="footer" descr="{&quot;templafy&quot;:{&quot;id&quot;:&quot;000882af-a4be-487e-979d-7ce89e9c8b3f&quot;}}" title="Form.Footer">
            <a:extLst>
              <a:ext uri="{FF2B5EF4-FFF2-40B4-BE49-F238E27FC236}">
                <a16:creationId xmlns:a16="http://schemas.microsoft.com/office/drawing/2014/main" id="{1AA70B7E-4060-4FCB-A8FD-ACF8119C6C6B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4961724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7D0C271-BE23-4B06-87A7-7FC1503993B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600" y="1497600"/>
            <a:ext cx="2494800" cy="1767600"/>
          </a:xfrm>
          <a:prstGeom prst="roundRect">
            <a:avLst>
              <a:gd name="adj" fmla="val 10777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F5066AE-AB13-4A07-B0B5-E1788AACF3EF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442800" y="1497600"/>
            <a:ext cx="2494800" cy="1767600"/>
          </a:xfrm>
          <a:prstGeom prst="roundRect">
            <a:avLst>
              <a:gd name="adj" fmla="val 10777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20C2631-6171-4609-BA99-FDD1EA2C6991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252000" y="1497600"/>
            <a:ext cx="2494800" cy="1767600"/>
          </a:xfrm>
          <a:prstGeom prst="roundRect">
            <a:avLst>
              <a:gd name="adj" fmla="val 10777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B38B8ED-EDF6-42EA-9225-ACFDC48BF446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061200" y="1497600"/>
            <a:ext cx="2494800" cy="1767600"/>
          </a:xfrm>
          <a:prstGeom prst="roundRect">
            <a:avLst>
              <a:gd name="adj" fmla="val 10777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126000"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BBAD4F7-B2F0-424D-844A-E29254E67EEF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33600" y="3498387"/>
            <a:ext cx="2494800" cy="1983772"/>
          </a:xfrm>
          <a:prstGeom prst="roundRect">
            <a:avLst>
              <a:gd name="adj" fmla="val 9603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5B9849F-A4CB-40DB-A973-8CA18302B98B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3442800" y="3498387"/>
            <a:ext cx="2494800" cy="1983772"/>
          </a:xfrm>
          <a:prstGeom prst="roundRect">
            <a:avLst>
              <a:gd name="adj" fmla="val 9603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EFDF66C-5737-43FB-B562-8C6A78A99D9F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252000" y="3498387"/>
            <a:ext cx="2494800" cy="1983772"/>
          </a:xfrm>
          <a:prstGeom prst="roundRect">
            <a:avLst>
              <a:gd name="adj" fmla="val 9603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CCCDC52-1D85-4DFB-9560-416C9B94DC73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9061200" y="3498387"/>
            <a:ext cx="2494800" cy="1983772"/>
          </a:xfrm>
          <a:prstGeom prst="roundRect">
            <a:avLst>
              <a:gd name="adj" fmla="val 9603"/>
            </a:avLst>
          </a:prstGeom>
          <a:solidFill>
            <a:schemeClr val="bg1"/>
          </a:solidFill>
          <a:effectLst>
            <a:outerShdw blurRad="317500" algn="ctr" rotWithShape="0">
              <a:prstClr val="black">
                <a:alpha val="15000"/>
              </a:prstClr>
            </a:outerShdw>
          </a:effectLst>
        </p:spPr>
        <p:txBody>
          <a:bodyPr lIns="144000" tIns="126000" rIns="126000" bIns="90000" numCol="1" spcCol="0">
            <a:noAutofit/>
          </a:bodyPr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2A5880A-EB04-4052-BC86-8785C87D8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8" name="footer" descr="{&quot;templafy&quot;:{&quot;id&quot;:&quot;09dc019b-c7f2-4375-a818-f27c25cf3e2d&quot;}}" title="Form.Footer">
            <a:extLst>
              <a:ext uri="{FF2B5EF4-FFF2-40B4-BE49-F238E27FC236}">
                <a16:creationId xmlns:a16="http://schemas.microsoft.com/office/drawing/2014/main" id="{0A0FECA1-C437-4F2F-9548-AD9DB5643864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6497062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721C1F-EA2A-41E3-9BA8-0EA27EA07C05}"/>
              </a:ext>
            </a:extLst>
          </p:cNvPr>
          <p:cNvSpPr/>
          <p:nvPr userDrawn="1"/>
        </p:nvSpPr>
        <p:spPr>
          <a:xfrm>
            <a:off x="10378440" y="5821680"/>
            <a:ext cx="15240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04D69C76-C3DE-4D68-8440-4EC0817F480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210300" y="1"/>
            <a:ext cx="5981700" cy="6857998"/>
          </a:xfrm>
          <a:custGeom>
            <a:avLst/>
            <a:gdLst>
              <a:gd name="connsiteX0" fmla="*/ 4657242 w 5981700"/>
              <a:gd name="connsiteY0" fmla="*/ 6347866 h 6857998"/>
              <a:gd name="connsiteX1" fmla="*/ 4579300 w 5981700"/>
              <a:gd name="connsiteY1" fmla="*/ 6359198 h 6857998"/>
              <a:gd name="connsiteX2" fmla="*/ 4587373 w 5981700"/>
              <a:gd name="connsiteY2" fmla="*/ 6386107 h 6857998"/>
              <a:gd name="connsiteX3" fmla="*/ 4657336 w 5981700"/>
              <a:gd name="connsiteY3" fmla="*/ 6375989 h 6857998"/>
              <a:gd name="connsiteX4" fmla="*/ 4726977 w 5981700"/>
              <a:gd name="connsiteY4" fmla="*/ 6386107 h 6857998"/>
              <a:gd name="connsiteX5" fmla="*/ 4735184 w 5981700"/>
              <a:gd name="connsiteY5" fmla="*/ 6359198 h 6857998"/>
              <a:gd name="connsiteX6" fmla="*/ 4657242 w 5981700"/>
              <a:gd name="connsiteY6" fmla="*/ 6347866 h 6857998"/>
              <a:gd name="connsiteX7" fmla="*/ 5221485 w 5981700"/>
              <a:gd name="connsiteY7" fmla="*/ 6259204 h 6857998"/>
              <a:gd name="connsiteX8" fmla="*/ 5256871 w 5981700"/>
              <a:gd name="connsiteY8" fmla="*/ 6303039 h 6857998"/>
              <a:gd name="connsiteX9" fmla="*/ 5219494 w 5981700"/>
              <a:gd name="connsiteY9" fmla="*/ 6348785 h 6857998"/>
              <a:gd name="connsiteX10" fmla="*/ 5197617 w 5981700"/>
              <a:gd name="connsiteY10" fmla="*/ 6345394 h 6857998"/>
              <a:gd name="connsiteX11" fmla="*/ 5197617 w 5981700"/>
              <a:gd name="connsiteY11" fmla="*/ 6263833 h 6857998"/>
              <a:gd name="connsiteX12" fmla="*/ 5221485 w 5981700"/>
              <a:gd name="connsiteY12" fmla="*/ 6259204 h 6857998"/>
              <a:gd name="connsiteX13" fmla="*/ 4748396 w 5981700"/>
              <a:gd name="connsiteY13" fmla="*/ 6255357 h 6857998"/>
              <a:gd name="connsiteX14" fmla="*/ 4744225 w 5981700"/>
              <a:gd name="connsiteY14" fmla="*/ 6276104 h 6857998"/>
              <a:gd name="connsiteX15" fmla="*/ 4757034 w 5981700"/>
              <a:gd name="connsiteY15" fmla="*/ 6287567 h 6857998"/>
              <a:gd name="connsiteX16" fmla="*/ 4722052 w 5981700"/>
              <a:gd name="connsiteY16" fmla="*/ 6331644 h 6857998"/>
              <a:gd name="connsiteX17" fmla="*/ 4749338 w 5981700"/>
              <a:gd name="connsiteY17" fmla="*/ 6339152 h 6857998"/>
              <a:gd name="connsiteX18" fmla="*/ 4787656 w 5981700"/>
              <a:gd name="connsiteY18" fmla="*/ 6285495 h 6857998"/>
              <a:gd name="connsiteX19" fmla="*/ 4748396 w 5981700"/>
              <a:gd name="connsiteY19" fmla="*/ 6255357 h 6857998"/>
              <a:gd name="connsiteX20" fmla="*/ 4566087 w 5981700"/>
              <a:gd name="connsiteY20" fmla="*/ 6255357 h 6857998"/>
              <a:gd name="connsiteX21" fmla="*/ 4526854 w 5981700"/>
              <a:gd name="connsiteY21" fmla="*/ 6285495 h 6857998"/>
              <a:gd name="connsiteX22" fmla="*/ 4565173 w 5981700"/>
              <a:gd name="connsiteY22" fmla="*/ 6339152 h 6857998"/>
              <a:gd name="connsiteX23" fmla="*/ 4592458 w 5981700"/>
              <a:gd name="connsiteY23" fmla="*/ 6331644 h 6857998"/>
              <a:gd name="connsiteX24" fmla="*/ 4557477 w 5981700"/>
              <a:gd name="connsiteY24" fmla="*/ 6287567 h 6857998"/>
              <a:gd name="connsiteX25" fmla="*/ 4570258 w 5981700"/>
              <a:gd name="connsiteY25" fmla="*/ 6276104 h 6857998"/>
              <a:gd name="connsiteX26" fmla="*/ 4566087 w 5981700"/>
              <a:gd name="connsiteY26" fmla="*/ 6255357 h 6857998"/>
              <a:gd name="connsiteX27" fmla="*/ 4465851 w 5981700"/>
              <a:gd name="connsiteY27" fmla="*/ 6246530 h 6857998"/>
              <a:gd name="connsiteX28" fmla="*/ 4423227 w 5981700"/>
              <a:gd name="connsiteY28" fmla="*/ 6324217 h 6857998"/>
              <a:gd name="connsiteX29" fmla="*/ 4460684 w 5981700"/>
              <a:gd name="connsiteY29" fmla="*/ 6398082 h 6857998"/>
              <a:gd name="connsiteX30" fmla="*/ 4629943 w 5981700"/>
              <a:gd name="connsiteY30" fmla="*/ 6467400 h 6857998"/>
              <a:gd name="connsiteX31" fmla="*/ 4695547 w 5981700"/>
              <a:gd name="connsiteY31" fmla="*/ 6453945 h 6857998"/>
              <a:gd name="connsiteX32" fmla="*/ 4698426 w 5981700"/>
              <a:gd name="connsiteY32" fmla="*/ 6452681 h 6857998"/>
              <a:gd name="connsiteX33" fmla="*/ 4696193 w 5981700"/>
              <a:gd name="connsiteY33" fmla="*/ 6450474 h 6857998"/>
              <a:gd name="connsiteX34" fmla="*/ 4678352 w 5981700"/>
              <a:gd name="connsiteY34" fmla="*/ 6432553 h 6857998"/>
              <a:gd name="connsiteX35" fmla="*/ 4677410 w 5981700"/>
              <a:gd name="connsiteY35" fmla="*/ 6431557 h 6857998"/>
              <a:gd name="connsiteX36" fmla="*/ 4676119 w 5981700"/>
              <a:gd name="connsiteY36" fmla="*/ 6432041 h 6857998"/>
              <a:gd name="connsiteX37" fmla="*/ 4629808 w 5981700"/>
              <a:gd name="connsiteY37" fmla="*/ 6439926 h 6857998"/>
              <a:gd name="connsiteX38" fmla="*/ 4480059 w 5981700"/>
              <a:gd name="connsiteY38" fmla="*/ 6378707 h 6857998"/>
              <a:gd name="connsiteX39" fmla="*/ 4450701 w 5981700"/>
              <a:gd name="connsiteY39" fmla="*/ 6324324 h 6857998"/>
              <a:gd name="connsiteX40" fmla="*/ 4475996 w 5981700"/>
              <a:gd name="connsiteY40" fmla="*/ 6273197 h 6857998"/>
              <a:gd name="connsiteX41" fmla="*/ 4465851 w 5981700"/>
              <a:gd name="connsiteY41" fmla="*/ 6246530 h 6857998"/>
              <a:gd name="connsiteX42" fmla="*/ 5057609 w 5981700"/>
              <a:gd name="connsiteY42" fmla="*/ 6227640 h 6857998"/>
              <a:gd name="connsiteX43" fmla="*/ 5004571 w 5981700"/>
              <a:gd name="connsiteY43" fmla="*/ 6297281 h 6857998"/>
              <a:gd name="connsiteX44" fmla="*/ 5060327 w 5981700"/>
              <a:gd name="connsiteY44" fmla="*/ 6381210 h 6857998"/>
              <a:gd name="connsiteX45" fmla="*/ 5117939 w 5981700"/>
              <a:gd name="connsiteY45" fmla="*/ 6381210 h 6857998"/>
              <a:gd name="connsiteX46" fmla="*/ 5057555 w 5981700"/>
              <a:gd name="connsiteY46" fmla="*/ 6295532 h 6857998"/>
              <a:gd name="connsiteX47" fmla="*/ 5112934 w 5981700"/>
              <a:gd name="connsiteY47" fmla="*/ 6227640 h 6857998"/>
              <a:gd name="connsiteX48" fmla="*/ 5423653 w 5981700"/>
              <a:gd name="connsiteY48" fmla="*/ 6221962 h 6857998"/>
              <a:gd name="connsiteX49" fmla="*/ 5348900 w 5981700"/>
              <a:gd name="connsiteY49" fmla="*/ 6235982 h 6857998"/>
              <a:gd name="connsiteX50" fmla="*/ 5348900 w 5981700"/>
              <a:gd name="connsiteY50" fmla="*/ 6381291 h 6857998"/>
              <a:gd name="connsiteX51" fmla="*/ 5397659 w 5981700"/>
              <a:gd name="connsiteY51" fmla="*/ 6381291 h 6857998"/>
              <a:gd name="connsiteX52" fmla="*/ 5397659 w 5981700"/>
              <a:gd name="connsiteY52" fmla="*/ 6264586 h 6857998"/>
              <a:gd name="connsiteX53" fmla="*/ 5422577 w 5981700"/>
              <a:gd name="connsiteY53" fmla="*/ 6259743 h 6857998"/>
              <a:gd name="connsiteX54" fmla="*/ 5454007 w 5981700"/>
              <a:gd name="connsiteY54" fmla="*/ 6305488 h 6857998"/>
              <a:gd name="connsiteX55" fmla="*/ 5454007 w 5981700"/>
              <a:gd name="connsiteY55" fmla="*/ 6381210 h 6857998"/>
              <a:gd name="connsiteX56" fmla="*/ 5502766 w 5981700"/>
              <a:gd name="connsiteY56" fmla="*/ 6381210 h 6857998"/>
              <a:gd name="connsiteX57" fmla="*/ 5502766 w 5981700"/>
              <a:gd name="connsiteY57" fmla="*/ 6298277 h 6857998"/>
              <a:gd name="connsiteX58" fmla="*/ 5423653 w 5981700"/>
              <a:gd name="connsiteY58" fmla="*/ 6221962 h 6857998"/>
              <a:gd name="connsiteX59" fmla="*/ 5221862 w 5981700"/>
              <a:gd name="connsiteY59" fmla="*/ 6221962 h 6857998"/>
              <a:gd name="connsiteX60" fmla="*/ 5149019 w 5981700"/>
              <a:gd name="connsiteY60" fmla="*/ 6235982 h 6857998"/>
              <a:gd name="connsiteX61" fmla="*/ 5149019 w 5981700"/>
              <a:gd name="connsiteY61" fmla="*/ 6440921 h 6857998"/>
              <a:gd name="connsiteX62" fmla="*/ 5197617 w 5981700"/>
              <a:gd name="connsiteY62" fmla="*/ 6440921 h 6857998"/>
              <a:gd name="connsiteX63" fmla="*/ 5197617 w 5981700"/>
              <a:gd name="connsiteY63" fmla="*/ 6382421 h 6857998"/>
              <a:gd name="connsiteX64" fmla="*/ 5225252 w 5981700"/>
              <a:gd name="connsiteY64" fmla="*/ 6384735 h 6857998"/>
              <a:gd name="connsiteX65" fmla="*/ 5307029 w 5981700"/>
              <a:gd name="connsiteY65" fmla="*/ 6302689 h 6857998"/>
              <a:gd name="connsiteX66" fmla="*/ 5221862 w 5981700"/>
              <a:gd name="connsiteY66" fmla="*/ 6221962 h 6857998"/>
              <a:gd name="connsiteX67" fmla="*/ 4687205 w 5981700"/>
              <a:gd name="connsiteY67" fmla="*/ 6214105 h 6857998"/>
              <a:gd name="connsiteX68" fmla="*/ 4667588 w 5981700"/>
              <a:gd name="connsiteY68" fmla="*/ 6216581 h 6857998"/>
              <a:gd name="connsiteX69" fmla="*/ 4667588 w 5981700"/>
              <a:gd name="connsiteY69" fmla="*/ 6240557 h 6857998"/>
              <a:gd name="connsiteX70" fmla="*/ 4672593 w 5981700"/>
              <a:gd name="connsiteY70" fmla="*/ 6240530 h 6857998"/>
              <a:gd name="connsiteX71" fmla="*/ 4693932 w 5981700"/>
              <a:gd name="connsiteY71" fmla="*/ 6258962 h 6857998"/>
              <a:gd name="connsiteX72" fmla="*/ 4666431 w 5981700"/>
              <a:gd name="connsiteY72" fmla="*/ 6324836 h 6857998"/>
              <a:gd name="connsiteX73" fmla="*/ 4697054 w 5981700"/>
              <a:gd name="connsiteY73" fmla="*/ 6327338 h 6857998"/>
              <a:gd name="connsiteX74" fmla="*/ 4729156 w 5981700"/>
              <a:gd name="connsiteY74" fmla="*/ 6252316 h 6857998"/>
              <a:gd name="connsiteX75" fmla="*/ 4687205 w 5981700"/>
              <a:gd name="connsiteY75" fmla="*/ 6214105 h 6857998"/>
              <a:gd name="connsiteX76" fmla="*/ 4627305 w 5981700"/>
              <a:gd name="connsiteY76" fmla="*/ 6214105 h 6857998"/>
              <a:gd name="connsiteX77" fmla="*/ 4585354 w 5981700"/>
              <a:gd name="connsiteY77" fmla="*/ 6252316 h 6857998"/>
              <a:gd name="connsiteX78" fmla="*/ 4617457 w 5981700"/>
              <a:gd name="connsiteY78" fmla="*/ 6327338 h 6857998"/>
              <a:gd name="connsiteX79" fmla="*/ 4648052 w 5981700"/>
              <a:gd name="connsiteY79" fmla="*/ 6324836 h 6857998"/>
              <a:gd name="connsiteX80" fmla="*/ 4620578 w 5981700"/>
              <a:gd name="connsiteY80" fmla="*/ 6258962 h 6857998"/>
              <a:gd name="connsiteX81" fmla="*/ 4641917 w 5981700"/>
              <a:gd name="connsiteY81" fmla="*/ 6240530 h 6857998"/>
              <a:gd name="connsiteX82" fmla="*/ 4646922 w 5981700"/>
              <a:gd name="connsiteY82" fmla="*/ 6240557 h 6857998"/>
              <a:gd name="connsiteX83" fmla="*/ 4646922 w 5981700"/>
              <a:gd name="connsiteY83" fmla="*/ 6216581 h 6857998"/>
              <a:gd name="connsiteX84" fmla="*/ 4627305 w 5981700"/>
              <a:gd name="connsiteY84" fmla="*/ 6214105 h 6857998"/>
              <a:gd name="connsiteX85" fmla="*/ 4771673 w 5981700"/>
              <a:gd name="connsiteY85" fmla="*/ 6187869 h 6857998"/>
              <a:gd name="connsiteX86" fmla="*/ 4747213 w 5981700"/>
              <a:gd name="connsiteY86" fmla="*/ 6189510 h 6857998"/>
              <a:gd name="connsiteX87" fmla="*/ 4744764 w 5981700"/>
              <a:gd name="connsiteY87" fmla="*/ 6189833 h 6857998"/>
              <a:gd name="connsiteX88" fmla="*/ 4745437 w 5981700"/>
              <a:gd name="connsiteY88" fmla="*/ 6192201 h 6857998"/>
              <a:gd name="connsiteX89" fmla="*/ 4750388 w 5981700"/>
              <a:gd name="connsiteY89" fmla="*/ 6214858 h 6857998"/>
              <a:gd name="connsiteX90" fmla="*/ 4750684 w 5981700"/>
              <a:gd name="connsiteY90" fmla="*/ 6216904 h 6857998"/>
              <a:gd name="connsiteX91" fmla="*/ 4752756 w 5981700"/>
              <a:gd name="connsiteY91" fmla="*/ 6216661 h 6857998"/>
              <a:gd name="connsiteX92" fmla="*/ 4771592 w 5981700"/>
              <a:gd name="connsiteY92" fmla="*/ 6215450 h 6857998"/>
              <a:gd name="connsiteX93" fmla="*/ 4838865 w 5981700"/>
              <a:gd name="connsiteY93" fmla="*/ 6239104 h 6857998"/>
              <a:gd name="connsiteX94" fmla="*/ 4856464 w 5981700"/>
              <a:gd name="connsiteY94" fmla="*/ 6279467 h 6857998"/>
              <a:gd name="connsiteX95" fmla="*/ 4837197 w 5981700"/>
              <a:gd name="connsiteY95" fmla="*/ 6344291 h 6857998"/>
              <a:gd name="connsiteX96" fmla="*/ 4819248 w 5981700"/>
              <a:gd name="connsiteY96" fmla="*/ 6395876 h 6857998"/>
              <a:gd name="connsiteX97" fmla="*/ 4760425 w 5981700"/>
              <a:gd name="connsiteY97" fmla="*/ 6490058 h 6857998"/>
              <a:gd name="connsiteX98" fmla="*/ 4718770 w 5981700"/>
              <a:gd name="connsiteY98" fmla="*/ 6470818 h 6857998"/>
              <a:gd name="connsiteX99" fmla="*/ 4690569 w 5981700"/>
              <a:gd name="connsiteY99" fmla="*/ 6483223 h 6857998"/>
              <a:gd name="connsiteX100" fmla="*/ 4760533 w 5981700"/>
              <a:gd name="connsiteY100" fmla="*/ 6517667 h 6857998"/>
              <a:gd name="connsiteX101" fmla="*/ 4846130 w 5981700"/>
              <a:gd name="connsiteY101" fmla="*/ 6402630 h 6857998"/>
              <a:gd name="connsiteX102" fmla="*/ 4862760 w 5981700"/>
              <a:gd name="connsiteY102" fmla="*/ 6355001 h 6857998"/>
              <a:gd name="connsiteX103" fmla="*/ 4884288 w 5981700"/>
              <a:gd name="connsiteY103" fmla="*/ 6279656 h 6857998"/>
              <a:gd name="connsiteX104" fmla="*/ 4858347 w 5981700"/>
              <a:gd name="connsiteY104" fmla="*/ 6219594 h 6857998"/>
              <a:gd name="connsiteX105" fmla="*/ 4771673 w 5981700"/>
              <a:gd name="connsiteY105" fmla="*/ 6187869 h 6857998"/>
              <a:gd name="connsiteX106" fmla="*/ 4955865 w 5981700"/>
              <a:gd name="connsiteY106" fmla="*/ 6167902 h 6857998"/>
              <a:gd name="connsiteX107" fmla="*/ 4955865 w 5981700"/>
              <a:gd name="connsiteY107" fmla="*/ 6381183 h 6857998"/>
              <a:gd name="connsiteX108" fmla="*/ 5004463 w 5981700"/>
              <a:gd name="connsiteY108" fmla="*/ 6381183 h 6857998"/>
              <a:gd name="connsiteX109" fmla="*/ 5004463 w 5981700"/>
              <a:gd name="connsiteY109" fmla="*/ 6167902 h 6857998"/>
              <a:gd name="connsiteX110" fmla="*/ 4657265 w 5981700"/>
              <a:gd name="connsiteY110" fmla="*/ 6150781 h 6857998"/>
              <a:gd name="connsiteX111" fmla="*/ 4632300 w 5981700"/>
              <a:gd name="connsiteY111" fmla="*/ 6175745 h 6857998"/>
              <a:gd name="connsiteX112" fmla="*/ 4657265 w 5981700"/>
              <a:gd name="connsiteY112" fmla="*/ 6200710 h 6857998"/>
              <a:gd name="connsiteX113" fmla="*/ 4682229 w 5981700"/>
              <a:gd name="connsiteY113" fmla="*/ 6175745 h 6857998"/>
              <a:gd name="connsiteX114" fmla="*/ 4575828 w 5981700"/>
              <a:gd name="connsiteY114" fmla="*/ 6025580 h 6857998"/>
              <a:gd name="connsiteX115" fmla="*/ 4476964 w 5981700"/>
              <a:gd name="connsiteY115" fmla="*/ 6169140 h 6857998"/>
              <a:gd name="connsiteX116" fmla="*/ 4497119 w 5981700"/>
              <a:gd name="connsiteY116" fmla="*/ 6257940 h 6857998"/>
              <a:gd name="connsiteX117" fmla="*/ 4497953 w 5981700"/>
              <a:gd name="connsiteY117" fmla="*/ 6260012 h 6857998"/>
              <a:gd name="connsiteX118" fmla="*/ 4499971 w 5981700"/>
              <a:gd name="connsiteY118" fmla="*/ 6259070 h 6857998"/>
              <a:gd name="connsiteX119" fmla="*/ 4521499 w 5981700"/>
              <a:gd name="connsiteY119" fmla="*/ 6250513 h 6857998"/>
              <a:gd name="connsiteX120" fmla="*/ 4523597 w 5981700"/>
              <a:gd name="connsiteY120" fmla="*/ 6249760 h 6857998"/>
              <a:gd name="connsiteX121" fmla="*/ 4522763 w 5981700"/>
              <a:gd name="connsiteY121" fmla="*/ 6247688 h 6857998"/>
              <a:gd name="connsiteX122" fmla="*/ 4504600 w 5981700"/>
              <a:gd name="connsiteY122" fmla="*/ 6169086 h 6857998"/>
              <a:gd name="connsiteX123" fmla="*/ 4534415 w 5981700"/>
              <a:gd name="connsiteY123" fmla="*/ 6069523 h 6857998"/>
              <a:gd name="connsiteX124" fmla="*/ 4575855 w 5981700"/>
              <a:gd name="connsiteY124" fmla="*/ 6053162 h 6857998"/>
              <a:gd name="connsiteX125" fmla="*/ 4735372 w 5981700"/>
              <a:gd name="connsiteY125" fmla="*/ 6165938 h 6857998"/>
              <a:gd name="connsiteX126" fmla="*/ 4737740 w 5981700"/>
              <a:gd name="connsiteY126" fmla="*/ 6165507 h 6857998"/>
              <a:gd name="connsiteX127" fmla="*/ 4762120 w 5981700"/>
              <a:gd name="connsiteY127" fmla="*/ 6162816 h 6857998"/>
              <a:gd name="connsiteX128" fmla="*/ 4764515 w 5981700"/>
              <a:gd name="connsiteY128" fmla="*/ 6162816 h 6857998"/>
              <a:gd name="connsiteX129" fmla="*/ 4575828 w 5981700"/>
              <a:gd name="connsiteY129" fmla="*/ 6025580 h 6857998"/>
              <a:gd name="connsiteX130" fmla="*/ 204788 w 5981700"/>
              <a:gd name="connsiteY130" fmla="*/ 0 h 6857998"/>
              <a:gd name="connsiteX131" fmla="*/ 206198 w 5981700"/>
              <a:gd name="connsiteY131" fmla="*/ 0 h 6857998"/>
              <a:gd name="connsiteX132" fmla="*/ 216071 w 5981700"/>
              <a:gd name="connsiteY132" fmla="*/ 0 h 6857998"/>
              <a:gd name="connsiteX133" fmla="*/ 242868 w 5981700"/>
              <a:gd name="connsiteY133" fmla="*/ 0 h 6857998"/>
              <a:gd name="connsiteX134" fmla="*/ 265258 w 5981700"/>
              <a:gd name="connsiteY134" fmla="*/ 0 h 6857998"/>
              <a:gd name="connsiteX135" fmla="*/ 295052 w 5981700"/>
              <a:gd name="connsiteY135" fmla="*/ 0 h 6857998"/>
              <a:gd name="connsiteX136" fmla="*/ 333309 w 5981700"/>
              <a:gd name="connsiteY136" fmla="*/ 0 h 6857998"/>
              <a:gd name="connsiteX137" fmla="*/ 381085 w 5981700"/>
              <a:gd name="connsiteY137" fmla="*/ 0 h 6857998"/>
              <a:gd name="connsiteX138" fmla="*/ 439440 w 5981700"/>
              <a:gd name="connsiteY138" fmla="*/ 0 h 6857998"/>
              <a:gd name="connsiteX139" fmla="*/ 509430 w 5981700"/>
              <a:gd name="connsiteY139" fmla="*/ 0 h 6857998"/>
              <a:gd name="connsiteX140" fmla="*/ 592113 w 5981700"/>
              <a:gd name="connsiteY140" fmla="*/ 0 h 6857998"/>
              <a:gd name="connsiteX141" fmla="*/ 688548 w 5981700"/>
              <a:gd name="connsiteY141" fmla="*/ 0 h 6857998"/>
              <a:gd name="connsiteX142" fmla="*/ 799792 w 5981700"/>
              <a:gd name="connsiteY142" fmla="*/ 0 h 6857998"/>
              <a:gd name="connsiteX143" fmla="*/ 926902 w 5981700"/>
              <a:gd name="connsiteY143" fmla="*/ 0 h 6857998"/>
              <a:gd name="connsiteX144" fmla="*/ 1070937 w 5981700"/>
              <a:gd name="connsiteY144" fmla="*/ 0 h 6857998"/>
              <a:gd name="connsiteX145" fmla="*/ 1232954 w 5981700"/>
              <a:gd name="connsiteY145" fmla="*/ 0 h 6857998"/>
              <a:gd name="connsiteX146" fmla="*/ 1414012 w 5981700"/>
              <a:gd name="connsiteY146" fmla="*/ 0 h 6857998"/>
              <a:gd name="connsiteX147" fmla="*/ 1615167 w 5981700"/>
              <a:gd name="connsiteY147" fmla="*/ 0 h 6857998"/>
              <a:gd name="connsiteX148" fmla="*/ 1837478 w 5981700"/>
              <a:gd name="connsiteY148" fmla="*/ 0 h 6857998"/>
              <a:gd name="connsiteX149" fmla="*/ 2082002 w 5981700"/>
              <a:gd name="connsiteY149" fmla="*/ 0 h 6857998"/>
              <a:gd name="connsiteX150" fmla="*/ 2349798 w 5981700"/>
              <a:gd name="connsiteY150" fmla="*/ 0 h 6857998"/>
              <a:gd name="connsiteX151" fmla="*/ 2641923 w 5981700"/>
              <a:gd name="connsiteY151" fmla="*/ 0 h 6857998"/>
              <a:gd name="connsiteX152" fmla="*/ 2959434 w 5981700"/>
              <a:gd name="connsiteY152" fmla="*/ 0 h 6857998"/>
              <a:gd name="connsiteX153" fmla="*/ 3303390 w 5981700"/>
              <a:gd name="connsiteY153" fmla="*/ 0 h 6857998"/>
              <a:gd name="connsiteX154" fmla="*/ 3674849 w 5981700"/>
              <a:gd name="connsiteY154" fmla="*/ 0 h 6857998"/>
              <a:gd name="connsiteX155" fmla="*/ 4074868 w 5981700"/>
              <a:gd name="connsiteY155" fmla="*/ 0 h 6857998"/>
              <a:gd name="connsiteX156" fmla="*/ 4285918 w 5981700"/>
              <a:gd name="connsiteY156" fmla="*/ 0 h 6857998"/>
              <a:gd name="connsiteX157" fmla="*/ 4504504 w 5981700"/>
              <a:gd name="connsiteY157" fmla="*/ 0 h 6857998"/>
              <a:gd name="connsiteX158" fmla="*/ 4730760 w 5981700"/>
              <a:gd name="connsiteY158" fmla="*/ 0 h 6857998"/>
              <a:gd name="connsiteX159" fmla="*/ 4964817 w 5981700"/>
              <a:gd name="connsiteY159" fmla="*/ 0 h 6857998"/>
              <a:gd name="connsiteX160" fmla="*/ 5206807 w 5981700"/>
              <a:gd name="connsiteY160" fmla="*/ 0 h 6857998"/>
              <a:gd name="connsiteX161" fmla="*/ 5456863 w 5981700"/>
              <a:gd name="connsiteY161" fmla="*/ 0 h 6857998"/>
              <a:gd name="connsiteX162" fmla="*/ 5715116 w 5981700"/>
              <a:gd name="connsiteY162" fmla="*/ 0 h 6857998"/>
              <a:gd name="connsiteX163" fmla="*/ 5981700 w 5981700"/>
              <a:gd name="connsiteY163" fmla="*/ 0 h 6857998"/>
              <a:gd name="connsiteX164" fmla="*/ 5981700 w 5981700"/>
              <a:gd name="connsiteY164" fmla="*/ 1674 h 6857998"/>
              <a:gd name="connsiteX165" fmla="*/ 5981700 w 5981700"/>
              <a:gd name="connsiteY165" fmla="*/ 13395 h 6857998"/>
              <a:gd name="connsiteX166" fmla="*/ 5981700 w 5981700"/>
              <a:gd name="connsiteY166" fmla="*/ 45207 h 6857998"/>
              <a:gd name="connsiteX167" fmla="*/ 5981700 w 5981700"/>
              <a:gd name="connsiteY167" fmla="*/ 71786 h 6857998"/>
              <a:gd name="connsiteX168" fmla="*/ 5981700 w 5981700"/>
              <a:gd name="connsiteY168" fmla="*/ 107156 h 6857998"/>
              <a:gd name="connsiteX169" fmla="*/ 5981700 w 5981700"/>
              <a:gd name="connsiteY169" fmla="*/ 152572 h 6857998"/>
              <a:gd name="connsiteX170" fmla="*/ 5981700 w 5981700"/>
              <a:gd name="connsiteY170" fmla="*/ 209290 h 6857998"/>
              <a:gd name="connsiteX171" fmla="*/ 5981700 w 5981700"/>
              <a:gd name="connsiteY171" fmla="*/ 278565 h 6857998"/>
              <a:gd name="connsiteX172" fmla="*/ 5981700 w 5981700"/>
              <a:gd name="connsiteY172" fmla="*/ 361652 h 6857998"/>
              <a:gd name="connsiteX173" fmla="*/ 5981700 w 5981700"/>
              <a:gd name="connsiteY173" fmla="*/ 459809 h 6857998"/>
              <a:gd name="connsiteX174" fmla="*/ 5981700 w 5981700"/>
              <a:gd name="connsiteY174" fmla="*/ 574291 h 6857998"/>
              <a:gd name="connsiteX175" fmla="*/ 5981700 w 5981700"/>
              <a:gd name="connsiteY175" fmla="*/ 706352 h 6857998"/>
              <a:gd name="connsiteX176" fmla="*/ 5981700 w 5981700"/>
              <a:gd name="connsiteY176" fmla="*/ 857250 h 6857998"/>
              <a:gd name="connsiteX177" fmla="*/ 5981700 w 5981700"/>
              <a:gd name="connsiteY177" fmla="*/ 1028240 h 6857998"/>
              <a:gd name="connsiteX178" fmla="*/ 5981700 w 5981700"/>
              <a:gd name="connsiteY178" fmla="*/ 1220577 h 6857998"/>
              <a:gd name="connsiteX179" fmla="*/ 5981700 w 5981700"/>
              <a:gd name="connsiteY179" fmla="*/ 1435517 h 6857998"/>
              <a:gd name="connsiteX180" fmla="*/ 5981700 w 5981700"/>
              <a:gd name="connsiteY180" fmla="*/ 1674318 h 6857998"/>
              <a:gd name="connsiteX181" fmla="*/ 5981700 w 5981700"/>
              <a:gd name="connsiteY181" fmla="*/ 1938232 h 6857998"/>
              <a:gd name="connsiteX182" fmla="*/ 5981700 w 5981700"/>
              <a:gd name="connsiteY182" fmla="*/ 2228515 h 6857998"/>
              <a:gd name="connsiteX183" fmla="*/ 5981700 w 5981700"/>
              <a:gd name="connsiteY183" fmla="*/ 2546427 h 6857998"/>
              <a:gd name="connsiteX184" fmla="*/ 5981700 w 5981700"/>
              <a:gd name="connsiteY184" fmla="*/ 2893219 h 6857998"/>
              <a:gd name="connsiteX185" fmla="*/ 5981700 w 5981700"/>
              <a:gd name="connsiteY185" fmla="*/ 3270149 h 6857998"/>
              <a:gd name="connsiteX186" fmla="*/ 5981700 w 5981700"/>
              <a:gd name="connsiteY186" fmla="*/ 3678472 h 6857998"/>
              <a:gd name="connsiteX187" fmla="*/ 5981700 w 5981700"/>
              <a:gd name="connsiteY187" fmla="*/ 3894799 h 6857998"/>
              <a:gd name="connsiteX188" fmla="*/ 5981700 w 5981700"/>
              <a:gd name="connsiteY188" fmla="*/ 4119445 h 6857998"/>
              <a:gd name="connsiteX189" fmla="*/ 5981700 w 5981700"/>
              <a:gd name="connsiteY189" fmla="*/ 4352568 h 6857998"/>
              <a:gd name="connsiteX190" fmla="*/ 5981700 w 5981700"/>
              <a:gd name="connsiteY190" fmla="*/ 4594323 h 6857998"/>
              <a:gd name="connsiteX191" fmla="*/ 5981700 w 5981700"/>
              <a:gd name="connsiteY191" fmla="*/ 4844869 h 6857998"/>
              <a:gd name="connsiteX192" fmla="*/ 5981700 w 5981700"/>
              <a:gd name="connsiteY192" fmla="*/ 5104362 h 6857998"/>
              <a:gd name="connsiteX193" fmla="*/ 5981700 w 5981700"/>
              <a:gd name="connsiteY193" fmla="*/ 5372959 h 6857998"/>
              <a:gd name="connsiteX194" fmla="*/ 5981700 w 5981700"/>
              <a:gd name="connsiteY194" fmla="*/ 5650817 h 6857998"/>
              <a:gd name="connsiteX195" fmla="*/ 5981700 w 5981700"/>
              <a:gd name="connsiteY195" fmla="*/ 5938093 h 6857998"/>
              <a:gd name="connsiteX196" fmla="*/ 5981700 w 5981700"/>
              <a:gd name="connsiteY196" fmla="*/ 6234944 h 6857998"/>
              <a:gd name="connsiteX197" fmla="*/ 5981700 w 5981700"/>
              <a:gd name="connsiteY197" fmla="*/ 6541527 h 6857998"/>
              <a:gd name="connsiteX198" fmla="*/ 5981700 w 5981700"/>
              <a:gd name="connsiteY198" fmla="*/ 6857998 h 6857998"/>
              <a:gd name="connsiteX199" fmla="*/ 0 w 5981700"/>
              <a:gd name="connsiteY199" fmla="*/ 6857998 h 6857998"/>
              <a:gd name="connsiteX200" fmla="*/ 19218 w 5981700"/>
              <a:gd name="connsiteY200" fmla="*/ 6078298 h 6857998"/>
              <a:gd name="connsiteX201" fmla="*/ 204788 w 5981700"/>
              <a:gd name="connsiteY201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</a:cxnLst>
            <a:rect l="l" t="t" r="r" b="b"/>
            <a:pathLst>
              <a:path w="5981700" h="6857998">
                <a:moveTo>
                  <a:pt x="4657242" y="6347866"/>
                </a:moveTo>
                <a:cubicBezTo>
                  <a:pt x="4630987" y="6347866"/>
                  <a:pt x="4604732" y="6351644"/>
                  <a:pt x="4579300" y="6359198"/>
                </a:cubicBezTo>
                <a:lnTo>
                  <a:pt x="4587373" y="6386107"/>
                </a:lnTo>
                <a:cubicBezTo>
                  <a:pt x="4610071" y="6379321"/>
                  <a:pt x="4633646" y="6375914"/>
                  <a:pt x="4657336" y="6375989"/>
                </a:cubicBezTo>
                <a:cubicBezTo>
                  <a:pt x="4680920" y="6375941"/>
                  <a:pt x="4704382" y="6379350"/>
                  <a:pt x="4726977" y="6386107"/>
                </a:cubicBezTo>
                <a:lnTo>
                  <a:pt x="4735184" y="6359198"/>
                </a:lnTo>
                <a:cubicBezTo>
                  <a:pt x="4709753" y="6351644"/>
                  <a:pt x="4683498" y="6347866"/>
                  <a:pt x="4657242" y="6347866"/>
                </a:cubicBezTo>
                <a:close/>
                <a:moveTo>
                  <a:pt x="5221485" y="6259204"/>
                </a:moveTo>
                <a:cubicBezTo>
                  <a:pt x="5242770" y="6259204"/>
                  <a:pt x="5256871" y="6272443"/>
                  <a:pt x="5256871" y="6303039"/>
                </a:cubicBezTo>
                <a:cubicBezTo>
                  <a:pt x="5256871" y="6332639"/>
                  <a:pt x="5245757" y="6348785"/>
                  <a:pt x="5219494" y="6348785"/>
                </a:cubicBezTo>
                <a:cubicBezTo>
                  <a:pt x="5212072" y="6348779"/>
                  <a:pt x="5204694" y="6347636"/>
                  <a:pt x="5197617" y="6345394"/>
                </a:cubicBezTo>
                <a:lnTo>
                  <a:pt x="5197617" y="6263833"/>
                </a:lnTo>
                <a:cubicBezTo>
                  <a:pt x="5205154" y="6260612"/>
                  <a:pt x="5213291" y="6259035"/>
                  <a:pt x="5221485" y="6259204"/>
                </a:cubicBezTo>
                <a:close/>
                <a:moveTo>
                  <a:pt x="4748396" y="6255357"/>
                </a:moveTo>
                <a:cubicBezTo>
                  <a:pt x="4747823" y="6262412"/>
                  <a:pt x="4746424" y="6269376"/>
                  <a:pt x="4744225" y="6276104"/>
                </a:cubicBezTo>
                <a:cubicBezTo>
                  <a:pt x="4752648" y="6277341"/>
                  <a:pt x="4756899" y="6281378"/>
                  <a:pt x="4757034" y="6287567"/>
                </a:cubicBezTo>
                <a:cubicBezTo>
                  <a:pt x="4757034" y="6295989"/>
                  <a:pt x="4752271" y="6303470"/>
                  <a:pt x="4722052" y="6331644"/>
                </a:cubicBezTo>
                <a:cubicBezTo>
                  <a:pt x="4730986" y="6333581"/>
                  <a:pt x="4741642" y="6336461"/>
                  <a:pt x="4749338" y="6339152"/>
                </a:cubicBezTo>
                <a:cubicBezTo>
                  <a:pt x="4780229" y="6312969"/>
                  <a:pt x="4787656" y="6300053"/>
                  <a:pt x="4787656" y="6285495"/>
                </a:cubicBezTo>
                <a:cubicBezTo>
                  <a:pt x="4787656" y="6267358"/>
                  <a:pt x="4770811" y="6254603"/>
                  <a:pt x="4748396" y="6255357"/>
                </a:cubicBezTo>
                <a:close/>
                <a:moveTo>
                  <a:pt x="4566087" y="6255357"/>
                </a:moveTo>
                <a:cubicBezTo>
                  <a:pt x="4543699" y="6254603"/>
                  <a:pt x="4526854" y="6267358"/>
                  <a:pt x="4526854" y="6285495"/>
                </a:cubicBezTo>
                <a:cubicBezTo>
                  <a:pt x="4526854" y="6300053"/>
                  <a:pt x="4534281" y="6312969"/>
                  <a:pt x="4565173" y="6339152"/>
                </a:cubicBezTo>
                <a:cubicBezTo>
                  <a:pt x="4572869" y="6336461"/>
                  <a:pt x="4583498" y="6333581"/>
                  <a:pt x="4592458" y="6331644"/>
                </a:cubicBezTo>
                <a:cubicBezTo>
                  <a:pt x="4562213" y="6303470"/>
                  <a:pt x="4557477" y="6295989"/>
                  <a:pt x="4557477" y="6287567"/>
                </a:cubicBezTo>
                <a:cubicBezTo>
                  <a:pt x="4557557" y="6281378"/>
                  <a:pt x="4561836" y="6277341"/>
                  <a:pt x="4570258" y="6276104"/>
                </a:cubicBezTo>
                <a:cubicBezTo>
                  <a:pt x="4568087" y="6269368"/>
                  <a:pt x="4566685" y="6262407"/>
                  <a:pt x="4566087" y="6255357"/>
                </a:cubicBezTo>
                <a:close/>
                <a:moveTo>
                  <a:pt x="4465851" y="6246530"/>
                </a:moveTo>
                <a:cubicBezTo>
                  <a:pt x="4437139" y="6265609"/>
                  <a:pt x="4423227" y="6291065"/>
                  <a:pt x="4423227" y="6324217"/>
                </a:cubicBezTo>
                <a:cubicBezTo>
                  <a:pt x="4423227" y="6347708"/>
                  <a:pt x="4436682" y="6373945"/>
                  <a:pt x="4460684" y="6398082"/>
                </a:cubicBezTo>
                <a:cubicBezTo>
                  <a:pt x="4494186" y="6431611"/>
                  <a:pt x="4556239" y="6467400"/>
                  <a:pt x="4629943" y="6467400"/>
                </a:cubicBezTo>
                <a:cubicBezTo>
                  <a:pt x="4652509" y="6467516"/>
                  <a:pt x="4674849" y="6462933"/>
                  <a:pt x="4695547" y="6453945"/>
                </a:cubicBezTo>
                <a:lnTo>
                  <a:pt x="4698426" y="6452681"/>
                </a:lnTo>
                <a:lnTo>
                  <a:pt x="4696193" y="6450474"/>
                </a:lnTo>
                <a:cubicBezTo>
                  <a:pt x="4689788" y="6444473"/>
                  <a:pt x="4683842" y="6438284"/>
                  <a:pt x="4678352" y="6432553"/>
                </a:cubicBezTo>
                <a:lnTo>
                  <a:pt x="4677410" y="6431557"/>
                </a:lnTo>
                <a:lnTo>
                  <a:pt x="4676119" y="6432041"/>
                </a:lnTo>
                <a:cubicBezTo>
                  <a:pt x="4661259" y="6437350"/>
                  <a:pt x="4645588" y="6440020"/>
                  <a:pt x="4629808" y="6439926"/>
                </a:cubicBezTo>
                <a:cubicBezTo>
                  <a:pt x="4575990" y="6439926"/>
                  <a:pt x="4517247" y="6415896"/>
                  <a:pt x="4480059" y="6378707"/>
                </a:cubicBezTo>
                <a:cubicBezTo>
                  <a:pt x="4461411" y="6360033"/>
                  <a:pt x="4450701" y="6340227"/>
                  <a:pt x="4450701" y="6324324"/>
                </a:cubicBezTo>
                <a:cubicBezTo>
                  <a:pt x="4450701" y="6302635"/>
                  <a:pt x="4458774" y="6286329"/>
                  <a:pt x="4475996" y="6273197"/>
                </a:cubicBezTo>
                <a:cubicBezTo>
                  <a:pt x="4472659" y="6265420"/>
                  <a:pt x="4469107" y="6256352"/>
                  <a:pt x="4465851" y="6246530"/>
                </a:cubicBezTo>
                <a:close/>
                <a:moveTo>
                  <a:pt x="5057609" y="6227640"/>
                </a:moveTo>
                <a:lnTo>
                  <a:pt x="5004571" y="6297281"/>
                </a:lnTo>
                <a:lnTo>
                  <a:pt x="5060327" y="6381210"/>
                </a:lnTo>
                <a:lnTo>
                  <a:pt x="5117939" y="6381210"/>
                </a:lnTo>
                <a:lnTo>
                  <a:pt x="5057555" y="6295532"/>
                </a:lnTo>
                <a:lnTo>
                  <a:pt x="5112934" y="6227640"/>
                </a:lnTo>
                <a:close/>
                <a:moveTo>
                  <a:pt x="5423653" y="6221962"/>
                </a:moveTo>
                <a:cubicBezTo>
                  <a:pt x="5398063" y="6221758"/>
                  <a:pt x="5372677" y="6226521"/>
                  <a:pt x="5348900" y="6235982"/>
                </a:cubicBezTo>
                <a:lnTo>
                  <a:pt x="5348900" y="6381291"/>
                </a:lnTo>
                <a:lnTo>
                  <a:pt x="5397659" y="6381291"/>
                </a:lnTo>
                <a:lnTo>
                  <a:pt x="5397659" y="6264586"/>
                </a:lnTo>
                <a:cubicBezTo>
                  <a:pt x="5405546" y="6261285"/>
                  <a:pt x="5414028" y="6259638"/>
                  <a:pt x="5422577" y="6259743"/>
                </a:cubicBezTo>
                <a:cubicBezTo>
                  <a:pt x="5448975" y="6259743"/>
                  <a:pt x="5454007" y="6275888"/>
                  <a:pt x="5454007" y="6305488"/>
                </a:cubicBezTo>
                <a:lnTo>
                  <a:pt x="5454007" y="6381210"/>
                </a:lnTo>
                <a:lnTo>
                  <a:pt x="5502766" y="6381210"/>
                </a:lnTo>
                <a:lnTo>
                  <a:pt x="5502766" y="6298277"/>
                </a:lnTo>
                <a:cubicBezTo>
                  <a:pt x="5502659" y="6251858"/>
                  <a:pt x="5487186" y="6221962"/>
                  <a:pt x="5423653" y="6221962"/>
                </a:cubicBezTo>
                <a:close/>
                <a:moveTo>
                  <a:pt x="5221862" y="6221962"/>
                </a:moveTo>
                <a:cubicBezTo>
                  <a:pt x="5196920" y="6222056"/>
                  <a:pt x="5172215" y="6226811"/>
                  <a:pt x="5149019" y="6235982"/>
                </a:cubicBezTo>
                <a:lnTo>
                  <a:pt x="5149019" y="6440921"/>
                </a:lnTo>
                <a:lnTo>
                  <a:pt x="5197617" y="6440921"/>
                </a:lnTo>
                <a:lnTo>
                  <a:pt x="5197617" y="6382421"/>
                </a:lnTo>
                <a:cubicBezTo>
                  <a:pt x="5206734" y="6384076"/>
                  <a:pt x="5215988" y="6384851"/>
                  <a:pt x="5225252" y="6384735"/>
                </a:cubicBezTo>
                <a:cubicBezTo>
                  <a:pt x="5278855" y="6384735"/>
                  <a:pt x="5307029" y="6354059"/>
                  <a:pt x="5307029" y="6302689"/>
                </a:cubicBezTo>
                <a:cubicBezTo>
                  <a:pt x="5307029" y="6250916"/>
                  <a:pt x="5279313" y="6221962"/>
                  <a:pt x="5221862" y="6221962"/>
                </a:cubicBezTo>
                <a:close/>
                <a:moveTo>
                  <a:pt x="4687205" y="6214105"/>
                </a:moveTo>
                <a:cubicBezTo>
                  <a:pt x="4680585" y="6214046"/>
                  <a:pt x="4673987" y="6214877"/>
                  <a:pt x="4667588" y="6216581"/>
                </a:cubicBezTo>
                <a:lnTo>
                  <a:pt x="4667588" y="6240557"/>
                </a:lnTo>
                <a:cubicBezTo>
                  <a:pt x="4669122" y="6240449"/>
                  <a:pt x="4670790" y="6240422"/>
                  <a:pt x="4672593" y="6240530"/>
                </a:cubicBezTo>
                <a:cubicBezTo>
                  <a:pt x="4686909" y="6240530"/>
                  <a:pt x="4693932" y="6246746"/>
                  <a:pt x="4693932" y="6258962"/>
                </a:cubicBezTo>
                <a:cubicBezTo>
                  <a:pt x="4693932" y="6269457"/>
                  <a:pt x="4688523" y="6283826"/>
                  <a:pt x="4666431" y="6324836"/>
                </a:cubicBezTo>
                <a:cubicBezTo>
                  <a:pt x="4676675" y="6325129"/>
                  <a:pt x="4686898" y="6325966"/>
                  <a:pt x="4697054" y="6327338"/>
                </a:cubicBezTo>
                <a:cubicBezTo>
                  <a:pt x="4722402" y="6288024"/>
                  <a:pt x="4729156" y="6270614"/>
                  <a:pt x="4729156" y="6252316"/>
                </a:cubicBezTo>
                <a:cubicBezTo>
                  <a:pt x="4729156" y="6233130"/>
                  <a:pt x="4715298" y="6214105"/>
                  <a:pt x="4687205" y="6214105"/>
                </a:cubicBezTo>
                <a:close/>
                <a:moveTo>
                  <a:pt x="4627305" y="6214105"/>
                </a:moveTo>
                <a:cubicBezTo>
                  <a:pt x="4599185" y="6214105"/>
                  <a:pt x="4585354" y="6233130"/>
                  <a:pt x="4585354" y="6252316"/>
                </a:cubicBezTo>
                <a:cubicBezTo>
                  <a:pt x="4585354" y="6270614"/>
                  <a:pt x="4592081" y="6288024"/>
                  <a:pt x="4617457" y="6327338"/>
                </a:cubicBezTo>
                <a:cubicBezTo>
                  <a:pt x="4627604" y="6325966"/>
                  <a:pt x="4637816" y="6325132"/>
                  <a:pt x="4648052" y="6324836"/>
                </a:cubicBezTo>
                <a:cubicBezTo>
                  <a:pt x="4625960" y="6283826"/>
                  <a:pt x="4620578" y="6269457"/>
                  <a:pt x="4620578" y="6258962"/>
                </a:cubicBezTo>
                <a:cubicBezTo>
                  <a:pt x="4620578" y="6246746"/>
                  <a:pt x="4627601" y="6240530"/>
                  <a:pt x="4641917" y="6240530"/>
                </a:cubicBezTo>
                <a:cubicBezTo>
                  <a:pt x="4643881" y="6240422"/>
                  <a:pt x="4645388" y="6240449"/>
                  <a:pt x="4646922" y="6240557"/>
                </a:cubicBezTo>
                <a:lnTo>
                  <a:pt x="4646922" y="6216581"/>
                </a:lnTo>
                <a:cubicBezTo>
                  <a:pt x="4640523" y="6214877"/>
                  <a:pt x="4633925" y="6214046"/>
                  <a:pt x="4627305" y="6214105"/>
                </a:cubicBezTo>
                <a:close/>
                <a:moveTo>
                  <a:pt x="4771673" y="6187869"/>
                </a:moveTo>
                <a:cubicBezTo>
                  <a:pt x="4763493" y="6187847"/>
                  <a:pt x="4755318" y="6188396"/>
                  <a:pt x="4747213" y="6189510"/>
                </a:cubicBezTo>
                <a:lnTo>
                  <a:pt x="4744764" y="6189833"/>
                </a:lnTo>
                <a:lnTo>
                  <a:pt x="4745437" y="6192201"/>
                </a:lnTo>
                <a:cubicBezTo>
                  <a:pt x="4747603" y="6199631"/>
                  <a:pt x="4749258" y="6207203"/>
                  <a:pt x="4750388" y="6214858"/>
                </a:cubicBezTo>
                <a:lnTo>
                  <a:pt x="4750684" y="6216904"/>
                </a:lnTo>
                <a:lnTo>
                  <a:pt x="4752756" y="6216661"/>
                </a:lnTo>
                <a:cubicBezTo>
                  <a:pt x="4759002" y="6215859"/>
                  <a:pt x="4765296" y="6215456"/>
                  <a:pt x="4771592" y="6215450"/>
                </a:cubicBezTo>
                <a:cubicBezTo>
                  <a:pt x="4807543" y="6215450"/>
                  <a:pt x="4827967" y="6228313"/>
                  <a:pt x="4838865" y="6239104"/>
                </a:cubicBezTo>
                <a:cubicBezTo>
                  <a:pt x="4849793" y="6249733"/>
                  <a:pt x="4856111" y="6264226"/>
                  <a:pt x="4856464" y="6279467"/>
                </a:cubicBezTo>
                <a:cubicBezTo>
                  <a:pt x="4856464" y="6298061"/>
                  <a:pt x="4846696" y="6321526"/>
                  <a:pt x="4837197" y="6344291"/>
                </a:cubicBezTo>
                <a:cubicBezTo>
                  <a:pt x="4830050" y="6361058"/>
                  <a:pt x="4824054" y="6378293"/>
                  <a:pt x="4819248" y="6395876"/>
                </a:cubicBezTo>
                <a:cubicBezTo>
                  <a:pt x="4810422" y="6431073"/>
                  <a:pt x="4795676" y="6490058"/>
                  <a:pt x="4760425" y="6490058"/>
                </a:cubicBezTo>
                <a:cubicBezTo>
                  <a:pt x="4748800" y="6490058"/>
                  <a:pt x="4735130" y="6483707"/>
                  <a:pt x="4718770" y="6470818"/>
                </a:cubicBezTo>
                <a:cubicBezTo>
                  <a:pt x="4709793" y="6475855"/>
                  <a:pt x="4700348" y="6480010"/>
                  <a:pt x="4690569" y="6483223"/>
                </a:cubicBezTo>
                <a:cubicBezTo>
                  <a:pt x="4716913" y="6506688"/>
                  <a:pt x="4739005" y="6517667"/>
                  <a:pt x="4760533" y="6517667"/>
                </a:cubicBezTo>
                <a:cubicBezTo>
                  <a:pt x="4817661" y="6517667"/>
                  <a:pt x="4836174" y="6442832"/>
                  <a:pt x="4846130" y="6402630"/>
                </a:cubicBezTo>
                <a:cubicBezTo>
                  <a:pt x="4850533" y="6386377"/>
                  <a:pt x="4856089" y="6370460"/>
                  <a:pt x="4862760" y="6355001"/>
                </a:cubicBezTo>
                <a:cubicBezTo>
                  <a:pt x="4873282" y="6329760"/>
                  <a:pt x="4884288" y="6303685"/>
                  <a:pt x="4884288" y="6279656"/>
                </a:cubicBezTo>
                <a:cubicBezTo>
                  <a:pt x="4883903" y="6256998"/>
                  <a:pt x="4874579" y="6235409"/>
                  <a:pt x="4858347" y="6219594"/>
                </a:cubicBezTo>
                <a:cubicBezTo>
                  <a:pt x="4843870" y="6205117"/>
                  <a:pt x="4817096" y="6187869"/>
                  <a:pt x="4771673" y="6187869"/>
                </a:cubicBezTo>
                <a:close/>
                <a:moveTo>
                  <a:pt x="4955865" y="6167902"/>
                </a:moveTo>
                <a:lnTo>
                  <a:pt x="4955865" y="6381183"/>
                </a:lnTo>
                <a:lnTo>
                  <a:pt x="5004463" y="6381183"/>
                </a:lnTo>
                <a:lnTo>
                  <a:pt x="5004463" y="6167902"/>
                </a:lnTo>
                <a:close/>
                <a:moveTo>
                  <a:pt x="4657265" y="6150781"/>
                </a:moveTo>
                <a:lnTo>
                  <a:pt x="4632300" y="6175745"/>
                </a:lnTo>
                <a:lnTo>
                  <a:pt x="4657265" y="6200710"/>
                </a:lnTo>
                <a:lnTo>
                  <a:pt x="4682229" y="6175745"/>
                </a:lnTo>
                <a:close/>
                <a:moveTo>
                  <a:pt x="4575828" y="6025580"/>
                </a:moveTo>
                <a:cubicBezTo>
                  <a:pt x="4502931" y="6025580"/>
                  <a:pt x="4476964" y="6099741"/>
                  <a:pt x="4476964" y="6169140"/>
                </a:cubicBezTo>
                <a:cubicBezTo>
                  <a:pt x="4476964" y="6201431"/>
                  <a:pt x="4487916" y="6235229"/>
                  <a:pt x="4497119" y="6257940"/>
                </a:cubicBezTo>
                <a:lnTo>
                  <a:pt x="4497953" y="6260012"/>
                </a:lnTo>
                <a:lnTo>
                  <a:pt x="4499971" y="6259070"/>
                </a:lnTo>
                <a:cubicBezTo>
                  <a:pt x="4506403" y="6256137"/>
                  <a:pt x="4513426" y="6253339"/>
                  <a:pt x="4521499" y="6250513"/>
                </a:cubicBezTo>
                <a:lnTo>
                  <a:pt x="4523597" y="6249760"/>
                </a:lnTo>
                <a:lnTo>
                  <a:pt x="4522763" y="6247688"/>
                </a:lnTo>
                <a:cubicBezTo>
                  <a:pt x="4511219" y="6219137"/>
                  <a:pt x="4504600" y="6190479"/>
                  <a:pt x="4504600" y="6169086"/>
                </a:cubicBezTo>
                <a:cubicBezTo>
                  <a:pt x="4504600" y="6124740"/>
                  <a:pt x="4515363" y="6088359"/>
                  <a:pt x="4534415" y="6069523"/>
                </a:cubicBezTo>
                <a:cubicBezTo>
                  <a:pt x="4545421" y="6058490"/>
                  <a:pt x="4558983" y="6053162"/>
                  <a:pt x="4575855" y="6053162"/>
                </a:cubicBezTo>
                <a:cubicBezTo>
                  <a:pt x="4619098" y="6053162"/>
                  <a:pt x="4700390" y="6093310"/>
                  <a:pt x="4735372" y="6165938"/>
                </a:cubicBezTo>
                <a:lnTo>
                  <a:pt x="4737740" y="6165507"/>
                </a:lnTo>
                <a:cubicBezTo>
                  <a:pt x="4745797" y="6164060"/>
                  <a:pt x="4753942" y="6163161"/>
                  <a:pt x="4762120" y="6162816"/>
                </a:cubicBezTo>
                <a:cubicBezTo>
                  <a:pt x="4762954" y="6162816"/>
                  <a:pt x="4763680" y="6162816"/>
                  <a:pt x="4764515" y="6162816"/>
                </a:cubicBezTo>
                <a:cubicBezTo>
                  <a:pt x="4727003" y="6073182"/>
                  <a:pt x="4630938" y="6025580"/>
                  <a:pt x="4575828" y="6025580"/>
                </a:cubicBezTo>
                <a:close/>
                <a:moveTo>
                  <a:pt x="204788" y="0"/>
                </a:moveTo>
                <a:lnTo>
                  <a:pt x="206198" y="0"/>
                </a:lnTo>
                <a:lnTo>
                  <a:pt x="216071" y="0"/>
                </a:lnTo>
                <a:lnTo>
                  <a:pt x="242868" y="0"/>
                </a:lnTo>
                <a:lnTo>
                  <a:pt x="265258" y="0"/>
                </a:lnTo>
                <a:lnTo>
                  <a:pt x="295052" y="0"/>
                </a:lnTo>
                <a:lnTo>
                  <a:pt x="333309" y="0"/>
                </a:lnTo>
                <a:lnTo>
                  <a:pt x="381085" y="0"/>
                </a:lnTo>
                <a:lnTo>
                  <a:pt x="439440" y="0"/>
                </a:lnTo>
                <a:lnTo>
                  <a:pt x="509430" y="0"/>
                </a:lnTo>
                <a:lnTo>
                  <a:pt x="592113" y="0"/>
                </a:lnTo>
                <a:lnTo>
                  <a:pt x="688548" y="0"/>
                </a:lnTo>
                <a:lnTo>
                  <a:pt x="799792" y="0"/>
                </a:lnTo>
                <a:lnTo>
                  <a:pt x="926902" y="0"/>
                </a:lnTo>
                <a:lnTo>
                  <a:pt x="1070937" y="0"/>
                </a:lnTo>
                <a:lnTo>
                  <a:pt x="1232954" y="0"/>
                </a:lnTo>
                <a:lnTo>
                  <a:pt x="1414012" y="0"/>
                </a:lnTo>
                <a:lnTo>
                  <a:pt x="1615167" y="0"/>
                </a:lnTo>
                <a:lnTo>
                  <a:pt x="1837478" y="0"/>
                </a:lnTo>
                <a:lnTo>
                  <a:pt x="2082002" y="0"/>
                </a:lnTo>
                <a:lnTo>
                  <a:pt x="2349798" y="0"/>
                </a:lnTo>
                <a:lnTo>
                  <a:pt x="2641923" y="0"/>
                </a:lnTo>
                <a:lnTo>
                  <a:pt x="2959434" y="0"/>
                </a:lnTo>
                <a:lnTo>
                  <a:pt x="3303390" y="0"/>
                </a:lnTo>
                <a:lnTo>
                  <a:pt x="3674849" y="0"/>
                </a:lnTo>
                <a:lnTo>
                  <a:pt x="4074868" y="0"/>
                </a:lnTo>
                <a:lnTo>
                  <a:pt x="4285918" y="0"/>
                </a:lnTo>
                <a:lnTo>
                  <a:pt x="4504504" y="0"/>
                </a:lnTo>
                <a:lnTo>
                  <a:pt x="4730760" y="0"/>
                </a:lnTo>
                <a:lnTo>
                  <a:pt x="4964817" y="0"/>
                </a:lnTo>
                <a:lnTo>
                  <a:pt x="5206807" y="0"/>
                </a:lnTo>
                <a:lnTo>
                  <a:pt x="5456863" y="0"/>
                </a:lnTo>
                <a:lnTo>
                  <a:pt x="5715116" y="0"/>
                </a:lnTo>
                <a:lnTo>
                  <a:pt x="5981700" y="0"/>
                </a:lnTo>
                <a:lnTo>
                  <a:pt x="5981700" y="1674"/>
                </a:lnTo>
                <a:lnTo>
                  <a:pt x="5981700" y="13395"/>
                </a:lnTo>
                <a:lnTo>
                  <a:pt x="5981700" y="45207"/>
                </a:lnTo>
                <a:lnTo>
                  <a:pt x="5981700" y="71786"/>
                </a:lnTo>
                <a:lnTo>
                  <a:pt x="5981700" y="107156"/>
                </a:lnTo>
                <a:lnTo>
                  <a:pt x="5981700" y="152572"/>
                </a:lnTo>
                <a:lnTo>
                  <a:pt x="5981700" y="209290"/>
                </a:lnTo>
                <a:lnTo>
                  <a:pt x="5981700" y="278565"/>
                </a:lnTo>
                <a:lnTo>
                  <a:pt x="5981700" y="361652"/>
                </a:lnTo>
                <a:lnTo>
                  <a:pt x="5981700" y="459809"/>
                </a:lnTo>
                <a:lnTo>
                  <a:pt x="5981700" y="574291"/>
                </a:lnTo>
                <a:lnTo>
                  <a:pt x="5981700" y="706352"/>
                </a:lnTo>
                <a:lnTo>
                  <a:pt x="5981700" y="857250"/>
                </a:lnTo>
                <a:lnTo>
                  <a:pt x="5981700" y="1028240"/>
                </a:lnTo>
                <a:lnTo>
                  <a:pt x="5981700" y="1220577"/>
                </a:lnTo>
                <a:lnTo>
                  <a:pt x="5981700" y="1435517"/>
                </a:lnTo>
                <a:lnTo>
                  <a:pt x="5981700" y="1674318"/>
                </a:lnTo>
                <a:lnTo>
                  <a:pt x="5981700" y="1938232"/>
                </a:lnTo>
                <a:lnTo>
                  <a:pt x="5981700" y="2228515"/>
                </a:lnTo>
                <a:lnTo>
                  <a:pt x="5981700" y="2546427"/>
                </a:lnTo>
                <a:lnTo>
                  <a:pt x="5981700" y="2893219"/>
                </a:lnTo>
                <a:lnTo>
                  <a:pt x="5981700" y="3270149"/>
                </a:lnTo>
                <a:lnTo>
                  <a:pt x="5981700" y="3678472"/>
                </a:lnTo>
                <a:lnTo>
                  <a:pt x="5981700" y="3894799"/>
                </a:lnTo>
                <a:lnTo>
                  <a:pt x="5981700" y="4119445"/>
                </a:lnTo>
                <a:lnTo>
                  <a:pt x="5981700" y="4352568"/>
                </a:lnTo>
                <a:lnTo>
                  <a:pt x="5981700" y="4594323"/>
                </a:lnTo>
                <a:lnTo>
                  <a:pt x="5981700" y="4844869"/>
                </a:lnTo>
                <a:lnTo>
                  <a:pt x="5981700" y="5104362"/>
                </a:lnTo>
                <a:lnTo>
                  <a:pt x="5981700" y="5372959"/>
                </a:lnTo>
                <a:lnTo>
                  <a:pt x="5981700" y="5650817"/>
                </a:lnTo>
                <a:lnTo>
                  <a:pt x="5981700" y="5938093"/>
                </a:lnTo>
                <a:lnTo>
                  <a:pt x="5981700" y="6234944"/>
                </a:lnTo>
                <a:lnTo>
                  <a:pt x="5981700" y="6541527"/>
                </a:lnTo>
                <a:lnTo>
                  <a:pt x="5981700" y="6857998"/>
                </a:lnTo>
                <a:lnTo>
                  <a:pt x="0" y="6857998"/>
                </a:lnTo>
                <a:lnTo>
                  <a:pt x="19218" y="6078298"/>
                </a:lnTo>
                <a:cubicBezTo>
                  <a:pt x="88975" y="4236640"/>
                  <a:pt x="310357" y="2235002"/>
                  <a:pt x="204788" y="0"/>
                </a:cubicBezTo>
                <a:close/>
              </a:path>
            </a:pathLst>
          </a:custGeom>
          <a:solidFill>
            <a:srgbClr val="1E1E1E"/>
          </a:solidFill>
        </p:spPr>
        <p:txBody>
          <a:bodyPr vert="horz" wrap="square" lIns="648000" tIns="2844000" rIns="612000" bIns="0" rtlCol="0" anchor="t" anchorCtr="0">
            <a:noAutofit/>
          </a:bodyPr>
          <a:lstStyle>
            <a:lvl1pPr marL="0" indent="0">
              <a:buNone/>
              <a:defRPr lang="en-GB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530365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8DF68FE-2203-4BC1-835F-DF844A9F3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1972800"/>
            <a:ext cx="5303650" cy="3456000"/>
          </a:xfrm>
        </p:spPr>
        <p:txBody>
          <a:bodyPr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4496D34-FC2A-4389-B94D-6B8202727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0" name="footer" descr="{&quot;templafy&quot;:{&quot;id&quot;:&quot;010916c4-02f2-47e5-9188-52f616380907&quot;}}" title="Form.Footer">
            <a:extLst>
              <a:ext uri="{FF2B5EF4-FFF2-40B4-BE49-F238E27FC236}">
                <a16:creationId xmlns:a16="http://schemas.microsoft.com/office/drawing/2014/main" id="{EE3DFA4E-C7F4-4A74-AA04-0A29B3BA44F8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486836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14F10E-AEFC-41E9-8ECC-C740080F0076}"/>
              </a:ext>
            </a:extLst>
          </p:cNvPr>
          <p:cNvSpPr/>
          <p:nvPr userDrawn="1"/>
        </p:nvSpPr>
        <p:spPr>
          <a:xfrm>
            <a:off x="10378440" y="5821680"/>
            <a:ext cx="15240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8ED36DE-209F-4369-AAC5-5C483EBFC24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714802" y="1"/>
            <a:ext cx="6477199" cy="6857998"/>
          </a:xfrm>
          <a:custGeom>
            <a:avLst/>
            <a:gdLst>
              <a:gd name="connsiteX0" fmla="*/ 5152740 w 6477199"/>
              <a:gd name="connsiteY0" fmla="*/ 6347866 h 6857998"/>
              <a:gd name="connsiteX1" fmla="*/ 5074798 w 6477199"/>
              <a:gd name="connsiteY1" fmla="*/ 6359198 h 6857998"/>
              <a:gd name="connsiteX2" fmla="*/ 5082871 w 6477199"/>
              <a:gd name="connsiteY2" fmla="*/ 6386107 h 6857998"/>
              <a:gd name="connsiteX3" fmla="*/ 5152834 w 6477199"/>
              <a:gd name="connsiteY3" fmla="*/ 6375989 h 6857998"/>
              <a:gd name="connsiteX4" fmla="*/ 5222475 w 6477199"/>
              <a:gd name="connsiteY4" fmla="*/ 6386107 h 6857998"/>
              <a:gd name="connsiteX5" fmla="*/ 5230682 w 6477199"/>
              <a:gd name="connsiteY5" fmla="*/ 6359198 h 6857998"/>
              <a:gd name="connsiteX6" fmla="*/ 5152740 w 6477199"/>
              <a:gd name="connsiteY6" fmla="*/ 6347866 h 6857998"/>
              <a:gd name="connsiteX7" fmla="*/ 5716983 w 6477199"/>
              <a:gd name="connsiteY7" fmla="*/ 6259204 h 6857998"/>
              <a:gd name="connsiteX8" fmla="*/ 5752369 w 6477199"/>
              <a:gd name="connsiteY8" fmla="*/ 6303039 h 6857998"/>
              <a:gd name="connsiteX9" fmla="*/ 5714992 w 6477199"/>
              <a:gd name="connsiteY9" fmla="*/ 6348785 h 6857998"/>
              <a:gd name="connsiteX10" fmla="*/ 5693115 w 6477199"/>
              <a:gd name="connsiteY10" fmla="*/ 6345394 h 6857998"/>
              <a:gd name="connsiteX11" fmla="*/ 5693115 w 6477199"/>
              <a:gd name="connsiteY11" fmla="*/ 6263833 h 6857998"/>
              <a:gd name="connsiteX12" fmla="*/ 5716983 w 6477199"/>
              <a:gd name="connsiteY12" fmla="*/ 6259204 h 6857998"/>
              <a:gd name="connsiteX13" fmla="*/ 5243894 w 6477199"/>
              <a:gd name="connsiteY13" fmla="*/ 6255357 h 6857998"/>
              <a:gd name="connsiteX14" fmla="*/ 5239723 w 6477199"/>
              <a:gd name="connsiteY14" fmla="*/ 6276104 h 6857998"/>
              <a:gd name="connsiteX15" fmla="*/ 5252532 w 6477199"/>
              <a:gd name="connsiteY15" fmla="*/ 6287567 h 6857998"/>
              <a:gd name="connsiteX16" fmla="*/ 5217550 w 6477199"/>
              <a:gd name="connsiteY16" fmla="*/ 6331644 h 6857998"/>
              <a:gd name="connsiteX17" fmla="*/ 5244836 w 6477199"/>
              <a:gd name="connsiteY17" fmla="*/ 6339152 h 6857998"/>
              <a:gd name="connsiteX18" fmla="*/ 5283154 w 6477199"/>
              <a:gd name="connsiteY18" fmla="*/ 6285495 h 6857998"/>
              <a:gd name="connsiteX19" fmla="*/ 5243894 w 6477199"/>
              <a:gd name="connsiteY19" fmla="*/ 6255357 h 6857998"/>
              <a:gd name="connsiteX20" fmla="*/ 5061585 w 6477199"/>
              <a:gd name="connsiteY20" fmla="*/ 6255357 h 6857998"/>
              <a:gd name="connsiteX21" fmla="*/ 5022352 w 6477199"/>
              <a:gd name="connsiteY21" fmla="*/ 6285495 h 6857998"/>
              <a:gd name="connsiteX22" fmla="*/ 5060671 w 6477199"/>
              <a:gd name="connsiteY22" fmla="*/ 6339152 h 6857998"/>
              <a:gd name="connsiteX23" fmla="*/ 5087956 w 6477199"/>
              <a:gd name="connsiteY23" fmla="*/ 6331644 h 6857998"/>
              <a:gd name="connsiteX24" fmla="*/ 5052975 w 6477199"/>
              <a:gd name="connsiteY24" fmla="*/ 6287567 h 6857998"/>
              <a:gd name="connsiteX25" fmla="*/ 5065756 w 6477199"/>
              <a:gd name="connsiteY25" fmla="*/ 6276104 h 6857998"/>
              <a:gd name="connsiteX26" fmla="*/ 5061585 w 6477199"/>
              <a:gd name="connsiteY26" fmla="*/ 6255357 h 6857998"/>
              <a:gd name="connsiteX27" fmla="*/ 4961349 w 6477199"/>
              <a:gd name="connsiteY27" fmla="*/ 6246530 h 6857998"/>
              <a:gd name="connsiteX28" fmla="*/ 4918725 w 6477199"/>
              <a:gd name="connsiteY28" fmla="*/ 6324217 h 6857998"/>
              <a:gd name="connsiteX29" fmla="*/ 4956182 w 6477199"/>
              <a:gd name="connsiteY29" fmla="*/ 6398082 h 6857998"/>
              <a:gd name="connsiteX30" fmla="*/ 5125441 w 6477199"/>
              <a:gd name="connsiteY30" fmla="*/ 6467400 h 6857998"/>
              <a:gd name="connsiteX31" fmla="*/ 5191045 w 6477199"/>
              <a:gd name="connsiteY31" fmla="*/ 6453945 h 6857998"/>
              <a:gd name="connsiteX32" fmla="*/ 5193924 w 6477199"/>
              <a:gd name="connsiteY32" fmla="*/ 6452681 h 6857998"/>
              <a:gd name="connsiteX33" fmla="*/ 5191691 w 6477199"/>
              <a:gd name="connsiteY33" fmla="*/ 6450474 h 6857998"/>
              <a:gd name="connsiteX34" fmla="*/ 5173850 w 6477199"/>
              <a:gd name="connsiteY34" fmla="*/ 6432553 h 6857998"/>
              <a:gd name="connsiteX35" fmla="*/ 5172908 w 6477199"/>
              <a:gd name="connsiteY35" fmla="*/ 6431557 h 6857998"/>
              <a:gd name="connsiteX36" fmla="*/ 5171617 w 6477199"/>
              <a:gd name="connsiteY36" fmla="*/ 6432041 h 6857998"/>
              <a:gd name="connsiteX37" fmla="*/ 5125306 w 6477199"/>
              <a:gd name="connsiteY37" fmla="*/ 6439926 h 6857998"/>
              <a:gd name="connsiteX38" fmla="*/ 4975557 w 6477199"/>
              <a:gd name="connsiteY38" fmla="*/ 6378707 h 6857998"/>
              <a:gd name="connsiteX39" fmla="*/ 4946199 w 6477199"/>
              <a:gd name="connsiteY39" fmla="*/ 6324324 h 6857998"/>
              <a:gd name="connsiteX40" fmla="*/ 4971494 w 6477199"/>
              <a:gd name="connsiteY40" fmla="*/ 6273197 h 6857998"/>
              <a:gd name="connsiteX41" fmla="*/ 4961349 w 6477199"/>
              <a:gd name="connsiteY41" fmla="*/ 6246530 h 6857998"/>
              <a:gd name="connsiteX42" fmla="*/ 5553107 w 6477199"/>
              <a:gd name="connsiteY42" fmla="*/ 6227640 h 6857998"/>
              <a:gd name="connsiteX43" fmla="*/ 5500069 w 6477199"/>
              <a:gd name="connsiteY43" fmla="*/ 6297281 h 6857998"/>
              <a:gd name="connsiteX44" fmla="*/ 5555825 w 6477199"/>
              <a:gd name="connsiteY44" fmla="*/ 6381210 h 6857998"/>
              <a:gd name="connsiteX45" fmla="*/ 5613437 w 6477199"/>
              <a:gd name="connsiteY45" fmla="*/ 6381210 h 6857998"/>
              <a:gd name="connsiteX46" fmla="*/ 5553053 w 6477199"/>
              <a:gd name="connsiteY46" fmla="*/ 6295532 h 6857998"/>
              <a:gd name="connsiteX47" fmla="*/ 5608432 w 6477199"/>
              <a:gd name="connsiteY47" fmla="*/ 6227640 h 6857998"/>
              <a:gd name="connsiteX48" fmla="*/ 5919151 w 6477199"/>
              <a:gd name="connsiteY48" fmla="*/ 6221962 h 6857998"/>
              <a:gd name="connsiteX49" fmla="*/ 5844398 w 6477199"/>
              <a:gd name="connsiteY49" fmla="*/ 6235982 h 6857998"/>
              <a:gd name="connsiteX50" fmla="*/ 5844398 w 6477199"/>
              <a:gd name="connsiteY50" fmla="*/ 6381291 h 6857998"/>
              <a:gd name="connsiteX51" fmla="*/ 5893157 w 6477199"/>
              <a:gd name="connsiteY51" fmla="*/ 6381291 h 6857998"/>
              <a:gd name="connsiteX52" fmla="*/ 5893157 w 6477199"/>
              <a:gd name="connsiteY52" fmla="*/ 6264586 h 6857998"/>
              <a:gd name="connsiteX53" fmla="*/ 5918075 w 6477199"/>
              <a:gd name="connsiteY53" fmla="*/ 6259743 h 6857998"/>
              <a:gd name="connsiteX54" fmla="*/ 5949505 w 6477199"/>
              <a:gd name="connsiteY54" fmla="*/ 6305488 h 6857998"/>
              <a:gd name="connsiteX55" fmla="*/ 5949505 w 6477199"/>
              <a:gd name="connsiteY55" fmla="*/ 6381210 h 6857998"/>
              <a:gd name="connsiteX56" fmla="*/ 5998264 w 6477199"/>
              <a:gd name="connsiteY56" fmla="*/ 6381210 h 6857998"/>
              <a:gd name="connsiteX57" fmla="*/ 5998264 w 6477199"/>
              <a:gd name="connsiteY57" fmla="*/ 6298277 h 6857998"/>
              <a:gd name="connsiteX58" fmla="*/ 5919151 w 6477199"/>
              <a:gd name="connsiteY58" fmla="*/ 6221962 h 6857998"/>
              <a:gd name="connsiteX59" fmla="*/ 5717360 w 6477199"/>
              <a:gd name="connsiteY59" fmla="*/ 6221962 h 6857998"/>
              <a:gd name="connsiteX60" fmla="*/ 5644517 w 6477199"/>
              <a:gd name="connsiteY60" fmla="*/ 6235982 h 6857998"/>
              <a:gd name="connsiteX61" fmla="*/ 5644517 w 6477199"/>
              <a:gd name="connsiteY61" fmla="*/ 6440921 h 6857998"/>
              <a:gd name="connsiteX62" fmla="*/ 5693115 w 6477199"/>
              <a:gd name="connsiteY62" fmla="*/ 6440921 h 6857998"/>
              <a:gd name="connsiteX63" fmla="*/ 5693115 w 6477199"/>
              <a:gd name="connsiteY63" fmla="*/ 6382421 h 6857998"/>
              <a:gd name="connsiteX64" fmla="*/ 5720750 w 6477199"/>
              <a:gd name="connsiteY64" fmla="*/ 6384735 h 6857998"/>
              <a:gd name="connsiteX65" fmla="*/ 5802527 w 6477199"/>
              <a:gd name="connsiteY65" fmla="*/ 6302689 h 6857998"/>
              <a:gd name="connsiteX66" fmla="*/ 5717360 w 6477199"/>
              <a:gd name="connsiteY66" fmla="*/ 6221962 h 6857998"/>
              <a:gd name="connsiteX67" fmla="*/ 5182703 w 6477199"/>
              <a:gd name="connsiteY67" fmla="*/ 6214105 h 6857998"/>
              <a:gd name="connsiteX68" fmla="*/ 5163086 w 6477199"/>
              <a:gd name="connsiteY68" fmla="*/ 6216581 h 6857998"/>
              <a:gd name="connsiteX69" fmla="*/ 5163086 w 6477199"/>
              <a:gd name="connsiteY69" fmla="*/ 6240557 h 6857998"/>
              <a:gd name="connsiteX70" fmla="*/ 5168091 w 6477199"/>
              <a:gd name="connsiteY70" fmla="*/ 6240530 h 6857998"/>
              <a:gd name="connsiteX71" fmla="*/ 5189430 w 6477199"/>
              <a:gd name="connsiteY71" fmla="*/ 6258962 h 6857998"/>
              <a:gd name="connsiteX72" fmla="*/ 5161929 w 6477199"/>
              <a:gd name="connsiteY72" fmla="*/ 6324836 h 6857998"/>
              <a:gd name="connsiteX73" fmla="*/ 5192552 w 6477199"/>
              <a:gd name="connsiteY73" fmla="*/ 6327338 h 6857998"/>
              <a:gd name="connsiteX74" fmla="*/ 5224654 w 6477199"/>
              <a:gd name="connsiteY74" fmla="*/ 6252316 h 6857998"/>
              <a:gd name="connsiteX75" fmla="*/ 5182703 w 6477199"/>
              <a:gd name="connsiteY75" fmla="*/ 6214105 h 6857998"/>
              <a:gd name="connsiteX76" fmla="*/ 5122803 w 6477199"/>
              <a:gd name="connsiteY76" fmla="*/ 6214105 h 6857998"/>
              <a:gd name="connsiteX77" fmla="*/ 5080852 w 6477199"/>
              <a:gd name="connsiteY77" fmla="*/ 6252316 h 6857998"/>
              <a:gd name="connsiteX78" fmla="*/ 5112955 w 6477199"/>
              <a:gd name="connsiteY78" fmla="*/ 6327338 h 6857998"/>
              <a:gd name="connsiteX79" fmla="*/ 5143550 w 6477199"/>
              <a:gd name="connsiteY79" fmla="*/ 6324836 h 6857998"/>
              <a:gd name="connsiteX80" fmla="*/ 5116076 w 6477199"/>
              <a:gd name="connsiteY80" fmla="*/ 6258962 h 6857998"/>
              <a:gd name="connsiteX81" fmla="*/ 5137415 w 6477199"/>
              <a:gd name="connsiteY81" fmla="*/ 6240530 h 6857998"/>
              <a:gd name="connsiteX82" fmla="*/ 5142420 w 6477199"/>
              <a:gd name="connsiteY82" fmla="*/ 6240557 h 6857998"/>
              <a:gd name="connsiteX83" fmla="*/ 5142420 w 6477199"/>
              <a:gd name="connsiteY83" fmla="*/ 6216581 h 6857998"/>
              <a:gd name="connsiteX84" fmla="*/ 5122803 w 6477199"/>
              <a:gd name="connsiteY84" fmla="*/ 6214105 h 6857998"/>
              <a:gd name="connsiteX85" fmla="*/ 5267171 w 6477199"/>
              <a:gd name="connsiteY85" fmla="*/ 6187869 h 6857998"/>
              <a:gd name="connsiteX86" fmla="*/ 5242711 w 6477199"/>
              <a:gd name="connsiteY86" fmla="*/ 6189510 h 6857998"/>
              <a:gd name="connsiteX87" fmla="*/ 5240262 w 6477199"/>
              <a:gd name="connsiteY87" fmla="*/ 6189833 h 6857998"/>
              <a:gd name="connsiteX88" fmla="*/ 5240935 w 6477199"/>
              <a:gd name="connsiteY88" fmla="*/ 6192201 h 6857998"/>
              <a:gd name="connsiteX89" fmla="*/ 5245886 w 6477199"/>
              <a:gd name="connsiteY89" fmla="*/ 6214858 h 6857998"/>
              <a:gd name="connsiteX90" fmla="*/ 5246182 w 6477199"/>
              <a:gd name="connsiteY90" fmla="*/ 6216904 h 6857998"/>
              <a:gd name="connsiteX91" fmla="*/ 5248254 w 6477199"/>
              <a:gd name="connsiteY91" fmla="*/ 6216661 h 6857998"/>
              <a:gd name="connsiteX92" fmla="*/ 5267090 w 6477199"/>
              <a:gd name="connsiteY92" fmla="*/ 6215450 h 6857998"/>
              <a:gd name="connsiteX93" fmla="*/ 5334363 w 6477199"/>
              <a:gd name="connsiteY93" fmla="*/ 6239104 h 6857998"/>
              <a:gd name="connsiteX94" fmla="*/ 5351962 w 6477199"/>
              <a:gd name="connsiteY94" fmla="*/ 6279467 h 6857998"/>
              <a:gd name="connsiteX95" fmla="*/ 5332695 w 6477199"/>
              <a:gd name="connsiteY95" fmla="*/ 6344291 h 6857998"/>
              <a:gd name="connsiteX96" fmla="*/ 5314746 w 6477199"/>
              <a:gd name="connsiteY96" fmla="*/ 6395876 h 6857998"/>
              <a:gd name="connsiteX97" fmla="*/ 5255923 w 6477199"/>
              <a:gd name="connsiteY97" fmla="*/ 6490058 h 6857998"/>
              <a:gd name="connsiteX98" fmla="*/ 5214268 w 6477199"/>
              <a:gd name="connsiteY98" fmla="*/ 6470818 h 6857998"/>
              <a:gd name="connsiteX99" fmla="*/ 5186067 w 6477199"/>
              <a:gd name="connsiteY99" fmla="*/ 6483223 h 6857998"/>
              <a:gd name="connsiteX100" fmla="*/ 5256031 w 6477199"/>
              <a:gd name="connsiteY100" fmla="*/ 6517667 h 6857998"/>
              <a:gd name="connsiteX101" fmla="*/ 5341628 w 6477199"/>
              <a:gd name="connsiteY101" fmla="*/ 6402630 h 6857998"/>
              <a:gd name="connsiteX102" fmla="*/ 5358258 w 6477199"/>
              <a:gd name="connsiteY102" fmla="*/ 6355001 h 6857998"/>
              <a:gd name="connsiteX103" fmla="*/ 5379786 w 6477199"/>
              <a:gd name="connsiteY103" fmla="*/ 6279656 h 6857998"/>
              <a:gd name="connsiteX104" fmla="*/ 5353845 w 6477199"/>
              <a:gd name="connsiteY104" fmla="*/ 6219594 h 6857998"/>
              <a:gd name="connsiteX105" fmla="*/ 5267171 w 6477199"/>
              <a:gd name="connsiteY105" fmla="*/ 6187869 h 6857998"/>
              <a:gd name="connsiteX106" fmla="*/ 5451363 w 6477199"/>
              <a:gd name="connsiteY106" fmla="*/ 6167902 h 6857998"/>
              <a:gd name="connsiteX107" fmla="*/ 5451363 w 6477199"/>
              <a:gd name="connsiteY107" fmla="*/ 6381183 h 6857998"/>
              <a:gd name="connsiteX108" fmla="*/ 5499961 w 6477199"/>
              <a:gd name="connsiteY108" fmla="*/ 6381183 h 6857998"/>
              <a:gd name="connsiteX109" fmla="*/ 5499961 w 6477199"/>
              <a:gd name="connsiteY109" fmla="*/ 6167902 h 6857998"/>
              <a:gd name="connsiteX110" fmla="*/ 5152763 w 6477199"/>
              <a:gd name="connsiteY110" fmla="*/ 6150781 h 6857998"/>
              <a:gd name="connsiteX111" fmla="*/ 5127798 w 6477199"/>
              <a:gd name="connsiteY111" fmla="*/ 6175745 h 6857998"/>
              <a:gd name="connsiteX112" fmla="*/ 5152763 w 6477199"/>
              <a:gd name="connsiteY112" fmla="*/ 6200710 h 6857998"/>
              <a:gd name="connsiteX113" fmla="*/ 5177727 w 6477199"/>
              <a:gd name="connsiteY113" fmla="*/ 6175745 h 6857998"/>
              <a:gd name="connsiteX114" fmla="*/ 5071326 w 6477199"/>
              <a:gd name="connsiteY114" fmla="*/ 6025580 h 6857998"/>
              <a:gd name="connsiteX115" fmla="*/ 4972462 w 6477199"/>
              <a:gd name="connsiteY115" fmla="*/ 6169140 h 6857998"/>
              <a:gd name="connsiteX116" fmla="*/ 4992617 w 6477199"/>
              <a:gd name="connsiteY116" fmla="*/ 6257940 h 6857998"/>
              <a:gd name="connsiteX117" fmla="*/ 4993451 w 6477199"/>
              <a:gd name="connsiteY117" fmla="*/ 6260012 h 6857998"/>
              <a:gd name="connsiteX118" fmla="*/ 4995469 w 6477199"/>
              <a:gd name="connsiteY118" fmla="*/ 6259070 h 6857998"/>
              <a:gd name="connsiteX119" fmla="*/ 5016997 w 6477199"/>
              <a:gd name="connsiteY119" fmla="*/ 6250513 h 6857998"/>
              <a:gd name="connsiteX120" fmla="*/ 5019095 w 6477199"/>
              <a:gd name="connsiteY120" fmla="*/ 6249760 h 6857998"/>
              <a:gd name="connsiteX121" fmla="*/ 5018261 w 6477199"/>
              <a:gd name="connsiteY121" fmla="*/ 6247688 h 6857998"/>
              <a:gd name="connsiteX122" fmla="*/ 5000098 w 6477199"/>
              <a:gd name="connsiteY122" fmla="*/ 6169086 h 6857998"/>
              <a:gd name="connsiteX123" fmla="*/ 5029913 w 6477199"/>
              <a:gd name="connsiteY123" fmla="*/ 6069523 h 6857998"/>
              <a:gd name="connsiteX124" fmla="*/ 5071353 w 6477199"/>
              <a:gd name="connsiteY124" fmla="*/ 6053162 h 6857998"/>
              <a:gd name="connsiteX125" fmla="*/ 5230870 w 6477199"/>
              <a:gd name="connsiteY125" fmla="*/ 6165938 h 6857998"/>
              <a:gd name="connsiteX126" fmla="*/ 5233238 w 6477199"/>
              <a:gd name="connsiteY126" fmla="*/ 6165507 h 6857998"/>
              <a:gd name="connsiteX127" fmla="*/ 5257618 w 6477199"/>
              <a:gd name="connsiteY127" fmla="*/ 6162816 h 6857998"/>
              <a:gd name="connsiteX128" fmla="*/ 5260013 w 6477199"/>
              <a:gd name="connsiteY128" fmla="*/ 6162816 h 6857998"/>
              <a:gd name="connsiteX129" fmla="*/ 5071326 w 6477199"/>
              <a:gd name="connsiteY129" fmla="*/ 6025580 h 6857998"/>
              <a:gd name="connsiteX130" fmla="*/ 1748037 w 6477199"/>
              <a:gd name="connsiteY130" fmla="*/ 0 h 6857998"/>
              <a:gd name="connsiteX131" fmla="*/ 1749191 w 6477199"/>
              <a:gd name="connsiteY131" fmla="*/ 0 h 6857998"/>
              <a:gd name="connsiteX132" fmla="*/ 1757273 w 6477199"/>
              <a:gd name="connsiteY132" fmla="*/ 0 h 6857998"/>
              <a:gd name="connsiteX133" fmla="*/ 1779210 w 6477199"/>
              <a:gd name="connsiteY133" fmla="*/ 0 h 6857998"/>
              <a:gd name="connsiteX134" fmla="*/ 1821930 w 6477199"/>
              <a:gd name="connsiteY134" fmla="*/ 0 h 6857998"/>
              <a:gd name="connsiteX135" fmla="*/ 1853248 w 6477199"/>
              <a:gd name="connsiteY135" fmla="*/ 0 h 6857998"/>
              <a:gd name="connsiteX136" fmla="*/ 1892359 w 6477199"/>
              <a:gd name="connsiteY136" fmla="*/ 0 h 6857998"/>
              <a:gd name="connsiteX137" fmla="*/ 1940130 w 6477199"/>
              <a:gd name="connsiteY137" fmla="*/ 0 h 6857998"/>
              <a:gd name="connsiteX138" fmla="*/ 1997426 w 6477199"/>
              <a:gd name="connsiteY138" fmla="*/ 0 h 6857998"/>
              <a:gd name="connsiteX139" fmla="*/ 2065114 w 6477199"/>
              <a:gd name="connsiteY139" fmla="*/ 0 h 6857998"/>
              <a:gd name="connsiteX140" fmla="*/ 2144058 w 6477199"/>
              <a:gd name="connsiteY140" fmla="*/ 0 h 6857998"/>
              <a:gd name="connsiteX141" fmla="*/ 2235126 w 6477199"/>
              <a:gd name="connsiteY141" fmla="*/ 0 h 6857998"/>
              <a:gd name="connsiteX142" fmla="*/ 2339182 w 6477199"/>
              <a:gd name="connsiteY142" fmla="*/ 0 h 6857998"/>
              <a:gd name="connsiteX143" fmla="*/ 2457094 w 6477199"/>
              <a:gd name="connsiteY143" fmla="*/ 0 h 6857998"/>
              <a:gd name="connsiteX144" fmla="*/ 2589726 w 6477199"/>
              <a:gd name="connsiteY144" fmla="*/ 0 h 6857998"/>
              <a:gd name="connsiteX145" fmla="*/ 2737945 w 6477199"/>
              <a:gd name="connsiteY145" fmla="*/ 0 h 6857998"/>
              <a:gd name="connsiteX146" fmla="*/ 2902617 w 6477199"/>
              <a:gd name="connsiteY146" fmla="*/ 0 h 6857998"/>
              <a:gd name="connsiteX147" fmla="*/ 3084608 w 6477199"/>
              <a:gd name="connsiteY147" fmla="*/ 0 h 6857998"/>
              <a:gd name="connsiteX148" fmla="*/ 3284783 w 6477199"/>
              <a:gd name="connsiteY148" fmla="*/ 0 h 6857998"/>
              <a:gd name="connsiteX149" fmla="*/ 3504009 w 6477199"/>
              <a:gd name="connsiteY149" fmla="*/ 0 h 6857998"/>
              <a:gd name="connsiteX150" fmla="*/ 3743152 w 6477199"/>
              <a:gd name="connsiteY150" fmla="*/ 0 h 6857998"/>
              <a:gd name="connsiteX151" fmla="*/ 4003077 w 6477199"/>
              <a:gd name="connsiteY151" fmla="*/ 0 h 6857998"/>
              <a:gd name="connsiteX152" fmla="*/ 4284650 w 6477199"/>
              <a:gd name="connsiteY152" fmla="*/ 0 h 6857998"/>
              <a:gd name="connsiteX153" fmla="*/ 4588738 w 6477199"/>
              <a:gd name="connsiteY153" fmla="*/ 0 h 6857998"/>
              <a:gd name="connsiteX154" fmla="*/ 4916206 w 6477199"/>
              <a:gd name="connsiteY154" fmla="*/ 0 h 6857998"/>
              <a:gd name="connsiteX155" fmla="*/ 5267920 w 6477199"/>
              <a:gd name="connsiteY155" fmla="*/ 0 h 6857998"/>
              <a:gd name="connsiteX156" fmla="*/ 5644746 w 6477199"/>
              <a:gd name="connsiteY156" fmla="*/ 0 h 6857998"/>
              <a:gd name="connsiteX157" fmla="*/ 6047551 w 6477199"/>
              <a:gd name="connsiteY157" fmla="*/ 0 h 6857998"/>
              <a:gd name="connsiteX158" fmla="*/ 6477199 w 6477199"/>
              <a:gd name="connsiteY158" fmla="*/ 0 h 6857998"/>
              <a:gd name="connsiteX159" fmla="*/ 6477199 w 6477199"/>
              <a:gd name="connsiteY159" fmla="*/ 1674 h 6857998"/>
              <a:gd name="connsiteX160" fmla="*/ 6477199 w 6477199"/>
              <a:gd name="connsiteY160" fmla="*/ 13395 h 6857998"/>
              <a:gd name="connsiteX161" fmla="*/ 6477199 w 6477199"/>
              <a:gd name="connsiteY161" fmla="*/ 26161 h 6857998"/>
              <a:gd name="connsiteX162" fmla="*/ 6477199 w 6477199"/>
              <a:gd name="connsiteY162" fmla="*/ 45207 h 6857998"/>
              <a:gd name="connsiteX163" fmla="*/ 6477199 w 6477199"/>
              <a:gd name="connsiteY163" fmla="*/ 71786 h 6857998"/>
              <a:gd name="connsiteX164" fmla="*/ 6477199 w 6477199"/>
              <a:gd name="connsiteY164" fmla="*/ 107156 h 6857998"/>
              <a:gd name="connsiteX165" fmla="*/ 6477199 w 6477199"/>
              <a:gd name="connsiteY165" fmla="*/ 152572 h 6857998"/>
              <a:gd name="connsiteX166" fmla="*/ 6477199 w 6477199"/>
              <a:gd name="connsiteY166" fmla="*/ 209290 h 6857998"/>
              <a:gd name="connsiteX167" fmla="*/ 6477199 w 6477199"/>
              <a:gd name="connsiteY167" fmla="*/ 278565 h 6857998"/>
              <a:gd name="connsiteX168" fmla="*/ 6477199 w 6477199"/>
              <a:gd name="connsiteY168" fmla="*/ 361652 h 6857998"/>
              <a:gd name="connsiteX169" fmla="*/ 6477199 w 6477199"/>
              <a:gd name="connsiteY169" fmla="*/ 459809 h 6857998"/>
              <a:gd name="connsiteX170" fmla="*/ 6477199 w 6477199"/>
              <a:gd name="connsiteY170" fmla="*/ 574291 h 6857998"/>
              <a:gd name="connsiteX171" fmla="*/ 6477199 w 6477199"/>
              <a:gd name="connsiteY171" fmla="*/ 706352 h 6857998"/>
              <a:gd name="connsiteX172" fmla="*/ 6477199 w 6477199"/>
              <a:gd name="connsiteY172" fmla="*/ 857250 h 6857998"/>
              <a:gd name="connsiteX173" fmla="*/ 6477199 w 6477199"/>
              <a:gd name="connsiteY173" fmla="*/ 1028240 h 6857998"/>
              <a:gd name="connsiteX174" fmla="*/ 6477199 w 6477199"/>
              <a:gd name="connsiteY174" fmla="*/ 1220577 h 6857998"/>
              <a:gd name="connsiteX175" fmla="*/ 6477199 w 6477199"/>
              <a:gd name="connsiteY175" fmla="*/ 1435517 h 6857998"/>
              <a:gd name="connsiteX176" fmla="*/ 6477199 w 6477199"/>
              <a:gd name="connsiteY176" fmla="*/ 1674318 h 6857998"/>
              <a:gd name="connsiteX177" fmla="*/ 6477199 w 6477199"/>
              <a:gd name="connsiteY177" fmla="*/ 1938232 h 6857998"/>
              <a:gd name="connsiteX178" fmla="*/ 6477199 w 6477199"/>
              <a:gd name="connsiteY178" fmla="*/ 2228515 h 6857998"/>
              <a:gd name="connsiteX179" fmla="*/ 6477199 w 6477199"/>
              <a:gd name="connsiteY179" fmla="*/ 2546427 h 6857998"/>
              <a:gd name="connsiteX180" fmla="*/ 6477199 w 6477199"/>
              <a:gd name="connsiteY180" fmla="*/ 2716134 h 6857998"/>
              <a:gd name="connsiteX181" fmla="*/ 6477199 w 6477199"/>
              <a:gd name="connsiteY181" fmla="*/ 2893219 h 6857998"/>
              <a:gd name="connsiteX182" fmla="*/ 6477199 w 6477199"/>
              <a:gd name="connsiteY182" fmla="*/ 3077840 h 6857998"/>
              <a:gd name="connsiteX183" fmla="*/ 6477199 w 6477199"/>
              <a:gd name="connsiteY183" fmla="*/ 3270149 h 6857998"/>
              <a:gd name="connsiteX184" fmla="*/ 6477199 w 6477199"/>
              <a:gd name="connsiteY184" fmla="*/ 3470308 h 6857998"/>
              <a:gd name="connsiteX185" fmla="*/ 6477199 w 6477199"/>
              <a:gd name="connsiteY185" fmla="*/ 3678472 h 6857998"/>
              <a:gd name="connsiteX186" fmla="*/ 6477199 w 6477199"/>
              <a:gd name="connsiteY186" fmla="*/ 3894799 h 6857998"/>
              <a:gd name="connsiteX187" fmla="*/ 6477199 w 6477199"/>
              <a:gd name="connsiteY187" fmla="*/ 4119445 h 6857998"/>
              <a:gd name="connsiteX188" fmla="*/ 6477199 w 6477199"/>
              <a:gd name="connsiteY188" fmla="*/ 4352568 h 6857998"/>
              <a:gd name="connsiteX189" fmla="*/ 6477199 w 6477199"/>
              <a:gd name="connsiteY189" fmla="*/ 4594323 h 6857998"/>
              <a:gd name="connsiteX190" fmla="*/ 6477199 w 6477199"/>
              <a:gd name="connsiteY190" fmla="*/ 4844869 h 6857998"/>
              <a:gd name="connsiteX191" fmla="*/ 6477199 w 6477199"/>
              <a:gd name="connsiteY191" fmla="*/ 5104362 h 6857998"/>
              <a:gd name="connsiteX192" fmla="*/ 6477199 w 6477199"/>
              <a:gd name="connsiteY192" fmla="*/ 5372959 h 6857998"/>
              <a:gd name="connsiteX193" fmla="*/ 6477199 w 6477199"/>
              <a:gd name="connsiteY193" fmla="*/ 5650817 h 6857998"/>
              <a:gd name="connsiteX194" fmla="*/ 6477199 w 6477199"/>
              <a:gd name="connsiteY194" fmla="*/ 5938093 h 6857998"/>
              <a:gd name="connsiteX195" fmla="*/ 6477199 w 6477199"/>
              <a:gd name="connsiteY195" fmla="*/ 6234944 h 6857998"/>
              <a:gd name="connsiteX196" fmla="*/ 6477199 w 6477199"/>
              <a:gd name="connsiteY196" fmla="*/ 6541527 h 6857998"/>
              <a:gd name="connsiteX197" fmla="*/ 6477199 w 6477199"/>
              <a:gd name="connsiteY197" fmla="*/ 6857998 h 6857998"/>
              <a:gd name="connsiteX198" fmla="*/ 41474 w 6477199"/>
              <a:gd name="connsiteY198" fmla="*/ 6857998 h 6857998"/>
              <a:gd name="connsiteX199" fmla="*/ 8607 w 6477199"/>
              <a:gd name="connsiteY199" fmla="*/ 6572070 h 6857998"/>
              <a:gd name="connsiteX200" fmla="*/ 1220987 w 6477199"/>
              <a:gd name="connsiteY200" fmla="*/ 2551114 h 6857998"/>
              <a:gd name="connsiteX201" fmla="*/ 1748037 w 6477199"/>
              <a:gd name="connsiteY201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</a:cxnLst>
            <a:rect l="l" t="t" r="r" b="b"/>
            <a:pathLst>
              <a:path w="6477199" h="6857998">
                <a:moveTo>
                  <a:pt x="5152740" y="6347866"/>
                </a:moveTo>
                <a:cubicBezTo>
                  <a:pt x="5126485" y="6347866"/>
                  <a:pt x="5100230" y="6351644"/>
                  <a:pt x="5074798" y="6359198"/>
                </a:cubicBezTo>
                <a:lnTo>
                  <a:pt x="5082871" y="6386107"/>
                </a:lnTo>
                <a:cubicBezTo>
                  <a:pt x="5105569" y="6379321"/>
                  <a:pt x="5129144" y="6375914"/>
                  <a:pt x="5152834" y="6375989"/>
                </a:cubicBezTo>
                <a:cubicBezTo>
                  <a:pt x="5176418" y="6375941"/>
                  <a:pt x="5199880" y="6379350"/>
                  <a:pt x="5222475" y="6386107"/>
                </a:cubicBezTo>
                <a:lnTo>
                  <a:pt x="5230682" y="6359198"/>
                </a:lnTo>
                <a:cubicBezTo>
                  <a:pt x="5205251" y="6351644"/>
                  <a:pt x="5178996" y="6347866"/>
                  <a:pt x="5152740" y="6347866"/>
                </a:cubicBezTo>
                <a:close/>
                <a:moveTo>
                  <a:pt x="5716983" y="6259204"/>
                </a:moveTo>
                <a:cubicBezTo>
                  <a:pt x="5738268" y="6259204"/>
                  <a:pt x="5752369" y="6272443"/>
                  <a:pt x="5752369" y="6303039"/>
                </a:cubicBezTo>
                <a:cubicBezTo>
                  <a:pt x="5752369" y="6332639"/>
                  <a:pt x="5741255" y="6348785"/>
                  <a:pt x="5714992" y="6348785"/>
                </a:cubicBezTo>
                <a:cubicBezTo>
                  <a:pt x="5707570" y="6348779"/>
                  <a:pt x="5700192" y="6347636"/>
                  <a:pt x="5693115" y="6345394"/>
                </a:cubicBezTo>
                <a:lnTo>
                  <a:pt x="5693115" y="6263833"/>
                </a:lnTo>
                <a:cubicBezTo>
                  <a:pt x="5700652" y="6260612"/>
                  <a:pt x="5708789" y="6259035"/>
                  <a:pt x="5716983" y="6259204"/>
                </a:cubicBezTo>
                <a:close/>
                <a:moveTo>
                  <a:pt x="5243894" y="6255357"/>
                </a:moveTo>
                <a:cubicBezTo>
                  <a:pt x="5243321" y="6262412"/>
                  <a:pt x="5241922" y="6269376"/>
                  <a:pt x="5239723" y="6276104"/>
                </a:cubicBezTo>
                <a:cubicBezTo>
                  <a:pt x="5248146" y="6277341"/>
                  <a:pt x="5252397" y="6281378"/>
                  <a:pt x="5252532" y="6287567"/>
                </a:cubicBezTo>
                <a:cubicBezTo>
                  <a:pt x="5252532" y="6295989"/>
                  <a:pt x="5247769" y="6303470"/>
                  <a:pt x="5217550" y="6331644"/>
                </a:cubicBezTo>
                <a:cubicBezTo>
                  <a:pt x="5226484" y="6333581"/>
                  <a:pt x="5237140" y="6336461"/>
                  <a:pt x="5244836" y="6339152"/>
                </a:cubicBezTo>
                <a:cubicBezTo>
                  <a:pt x="5275727" y="6312969"/>
                  <a:pt x="5283154" y="6300053"/>
                  <a:pt x="5283154" y="6285495"/>
                </a:cubicBezTo>
                <a:cubicBezTo>
                  <a:pt x="5283154" y="6267358"/>
                  <a:pt x="5266309" y="6254603"/>
                  <a:pt x="5243894" y="6255357"/>
                </a:cubicBezTo>
                <a:close/>
                <a:moveTo>
                  <a:pt x="5061585" y="6255357"/>
                </a:moveTo>
                <a:cubicBezTo>
                  <a:pt x="5039197" y="6254603"/>
                  <a:pt x="5022352" y="6267358"/>
                  <a:pt x="5022352" y="6285495"/>
                </a:cubicBezTo>
                <a:cubicBezTo>
                  <a:pt x="5022352" y="6300053"/>
                  <a:pt x="5029779" y="6312969"/>
                  <a:pt x="5060671" y="6339152"/>
                </a:cubicBezTo>
                <a:cubicBezTo>
                  <a:pt x="5068367" y="6336461"/>
                  <a:pt x="5078996" y="6333581"/>
                  <a:pt x="5087956" y="6331644"/>
                </a:cubicBezTo>
                <a:cubicBezTo>
                  <a:pt x="5057711" y="6303470"/>
                  <a:pt x="5052975" y="6295989"/>
                  <a:pt x="5052975" y="6287567"/>
                </a:cubicBezTo>
                <a:cubicBezTo>
                  <a:pt x="5053055" y="6281378"/>
                  <a:pt x="5057334" y="6277341"/>
                  <a:pt x="5065756" y="6276104"/>
                </a:cubicBezTo>
                <a:cubicBezTo>
                  <a:pt x="5063585" y="6269368"/>
                  <a:pt x="5062183" y="6262407"/>
                  <a:pt x="5061585" y="6255357"/>
                </a:cubicBezTo>
                <a:close/>
                <a:moveTo>
                  <a:pt x="4961349" y="6246530"/>
                </a:moveTo>
                <a:cubicBezTo>
                  <a:pt x="4932637" y="6265609"/>
                  <a:pt x="4918725" y="6291065"/>
                  <a:pt x="4918725" y="6324217"/>
                </a:cubicBezTo>
                <a:cubicBezTo>
                  <a:pt x="4918725" y="6347708"/>
                  <a:pt x="4932180" y="6373945"/>
                  <a:pt x="4956182" y="6398082"/>
                </a:cubicBezTo>
                <a:cubicBezTo>
                  <a:pt x="4989684" y="6431611"/>
                  <a:pt x="5051737" y="6467400"/>
                  <a:pt x="5125441" y="6467400"/>
                </a:cubicBezTo>
                <a:cubicBezTo>
                  <a:pt x="5148007" y="6467516"/>
                  <a:pt x="5170347" y="6462933"/>
                  <a:pt x="5191045" y="6453945"/>
                </a:cubicBezTo>
                <a:lnTo>
                  <a:pt x="5193924" y="6452681"/>
                </a:lnTo>
                <a:lnTo>
                  <a:pt x="5191691" y="6450474"/>
                </a:lnTo>
                <a:cubicBezTo>
                  <a:pt x="5185286" y="6444473"/>
                  <a:pt x="5179340" y="6438284"/>
                  <a:pt x="5173850" y="6432553"/>
                </a:cubicBezTo>
                <a:lnTo>
                  <a:pt x="5172908" y="6431557"/>
                </a:lnTo>
                <a:lnTo>
                  <a:pt x="5171617" y="6432041"/>
                </a:lnTo>
                <a:cubicBezTo>
                  <a:pt x="5156757" y="6437350"/>
                  <a:pt x="5141086" y="6440020"/>
                  <a:pt x="5125306" y="6439926"/>
                </a:cubicBezTo>
                <a:cubicBezTo>
                  <a:pt x="5071488" y="6439926"/>
                  <a:pt x="5012745" y="6415896"/>
                  <a:pt x="4975557" y="6378707"/>
                </a:cubicBezTo>
                <a:cubicBezTo>
                  <a:pt x="4956909" y="6360033"/>
                  <a:pt x="4946199" y="6340227"/>
                  <a:pt x="4946199" y="6324324"/>
                </a:cubicBezTo>
                <a:cubicBezTo>
                  <a:pt x="4946199" y="6302635"/>
                  <a:pt x="4954272" y="6286329"/>
                  <a:pt x="4971494" y="6273197"/>
                </a:cubicBezTo>
                <a:cubicBezTo>
                  <a:pt x="4968157" y="6265420"/>
                  <a:pt x="4964605" y="6256352"/>
                  <a:pt x="4961349" y="6246530"/>
                </a:cubicBezTo>
                <a:close/>
                <a:moveTo>
                  <a:pt x="5553107" y="6227640"/>
                </a:moveTo>
                <a:lnTo>
                  <a:pt x="5500069" y="6297281"/>
                </a:lnTo>
                <a:lnTo>
                  <a:pt x="5555825" y="6381210"/>
                </a:lnTo>
                <a:lnTo>
                  <a:pt x="5613437" y="6381210"/>
                </a:lnTo>
                <a:lnTo>
                  <a:pt x="5553053" y="6295532"/>
                </a:lnTo>
                <a:lnTo>
                  <a:pt x="5608432" y="6227640"/>
                </a:lnTo>
                <a:close/>
                <a:moveTo>
                  <a:pt x="5919151" y="6221962"/>
                </a:moveTo>
                <a:cubicBezTo>
                  <a:pt x="5893561" y="6221758"/>
                  <a:pt x="5868175" y="6226521"/>
                  <a:pt x="5844398" y="6235982"/>
                </a:cubicBezTo>
                <a:lnTo>
                  <a:pt x="5844398" y="6381291"/>
                </a:lnTo>
                <a:lnTo>
                  <a:pt x="5893157" y="6381291"/>
                </a:lnTo>
                <a:lnTo>
                  <a:pt x="5893157" y="6264586"/>
                </a:lnTo>
                <a:cubicBezTo>
                  <a:pt x="5901044" y="6261285"/>
                  <a:pt x="5909526" y="6259638"/>
                  <a:pt x="5918075" y="6259743"/>
                </a:cubicBezTo>
                <a:cubicBezTo>
                  <a:pt x="5944473" y="6259743"/>
                  <a:pt x="5949505" y="6275888"/>
                  <a:pt x="5949505" y="6305488"/>
                </a:cubicBezTo>
                <a:lnTo>
                  <a:pt x="5949505" y="6381210"/>
                </a:lnTo>
                <a:lnTo>
                  <a:pt x="5998264" y="6381210"/>
                </a:lnTo>
                <a:lnTo>
                  <a:pt x="5998264" y="6298277"/>
                </a:lnTo>
                <a:cubicBezTo>
                  <a:pt x="5998157" y="6251858"/>
                  <a:pt x="5982684" y="6221962"/>
                  <a:pt x="5919151" y="6221962"/>
                </a:cubicBezTo>
                <a:close/>
                <a:moveTo>
                  <a:pt x="5717360" y="6221962"/>
                </a:moveTo>
                <a:cubicBezTo>
                  <a:pt x="5692418" y="6222056"/>
                  <a:pt x="5667713" y="6226811"/>
                  <a:pt x="5644517" y="6235982"/>
                </a:cubicBezTo>
                <a:lnTo>
                  <a:pt x="5644517" y="6440921"/>
                </a:lnTo>
                <a:lnTo>
                  <a:pt x="5693115" y="6440921"/>
                </a:lnTo>
                <a:lnTo>
                  <a:pt x="5693115" y="6382421"/>
                </a:lnTo>
                <a:cubicBezTo>
                  <a:pt x="5702232" y="6384076"/>
                  <a:pt x="5711486" y="6384851"/>
                  <a:pt x="5720750" y="6384735"/>
                </a:cubicBezTo>
                <a:cubicBezTo>
                  <a:pt x="5774353" y="6384735"/>
                  <a:pt x="5802527" y="6354059"/>
                  <a:pt x="5802527" y="6302689"/>
                </a:cubicBezTo>
                <a:cubicBezTo>
                  <a:pt x="5802527" y="6250916"/>
                  <a:pt x="5774811" y="6221962"/>
                  <a:pt x="5717360" y="6221962"/>
                </a:cubicBezTo>
                <a:close/>
                <a:moveTo>
                  <a:pt x="5182703" y="6214105"/>
                </a:moveTo>
                <a:cubicBezTo>
                  <a:pt x="5176083" y="6214046"/>
                  <a:pt x="5169485" y="6214877"/>
                  <a:pt x="5163086" y="6216581"/>
                </a:cubicBezTo>
                <a:lnTo>
                  <a:pt x="5163086" y="6240557"/>
                </a:lnTo>
                <a:cubicBezTo>
                  <a:pt x="5164620" y="6240449"/>
                  <a:pt x="5166288" y="6240422"/>
                  <a:pt x="5168091" y="6240530"/>
                </a:cubicBezTo>
                <a:cubicBezTo>
                  <a:pt x="5182407" y="6240530"/>
                  <a:pt x="5189430" y="6246746"/>
                  <a:pt x="5189430" y="6258962"/>
                </a:cubicBezTo>
                <a:cubicBezTo>
                  <a:pt x="5189430" y="6269457"/>
                  <a:pt x="5184021" y="6283826"/>
                  <a:pt x="5161929" y="6324836"/>
                </a:cubicBezTo>
                <a:cubicBezTo>
                  <a:pt x="5172173" y="6325129"/>
                  <a:pt x="5182396" y="6325966"/>
                  <a:pt x="5192552" y="6327338"/>
                </a:cubicBezTo>
                <a:cubicBezTo>
                  <a:pt x="5217900" y="6288024"/>
                  <a:pt x="5224654" y="6270614"/>
                  <a:pt x="5224654" y="6252316"/>
                </a:cubicBezTo>
                <a:cubicBezTo>
                  <a:pt x="5224654" y="6233130"/>
                  <a:pt x="5210796" y="6214105"/>
                  <a:pt x="5182703" y="6214105"/>
                </a:cubicBezTo>
                <a:close/>
                <a:moveTo>
                  <a:pt x="5122803" y="6214105"/>
                </a:moveTo>
                <a:cubicBezTo>
                  <a:pt x="5094683" y="6214105"/>
                  <a:pt x="5080852" y="6233130"/>
                  <a:pt x="5080852" y="6252316"/>
                </a:cubicBezTo>
                <a:cubicBezTo>
                  <a:pt x="5080852" y="6270614"/>
                  <a:pt x="5087579" y="6288024"/>
                  <a:pt x="5112955" y="6327338"/>
                </a:cubicBezTo>
                <a:cubicBezTo>
                  <a:pt x="5123102" y="6325966"/>
                  <a:pt x="5133314" y="6325132"/>
                  <a:pt x="5143550" y="6324836"/>
                </a:cubicBezTo>
                <a:cubicBezTo>
                  <a:pt x="5121458" y="6283826"/>
                  <a:pt x="5116076" y="6269457"/>
                  <a:pt x="5116076" y="6258962"/>
                </a:cubicBezTo>
                <a:cubicBezTo>
                  <a:pt x="5116076" y="6246746"/>
                  <a:pt x="5123099" y="6240530"/>
                  <a:pt x="5137415" y="6240530"/>
                </a:cubicBezTo>
                <a:cubicBezTo>
                  <a:pt x="5139379" y="6240422"/>
                  <a:pt x="5140886" y="6240449"/>
                  <a:pt x="5142420" y="6240557"/>
                </a:cubicBezTo>
                <a:lnTo>
                  <a:pt x="5142420" y="6216581"/>
                </a:lnTo>
                <a:cubicBezTo>
                  <a:pt x="5136021" y="6214877"/>
                  <a:pt x="5129423" y="6214046"/>
                  <a:pt x="5122803" y="6214105"/>
                </a:cubicBezTo>
                <a:close/>
                <a:moveTo>
                  <a:pt x="5267171" y="6187869"/>
                </a:moveTo>
                <a:cubicBezTo>
                  <a:pt x="5258991" y="6187847"/>
                  <a:pt x="5250816" y="6188396"/>
                  <a:pt x="5242711" y="6189510"/>
                </a:cubicBezTo>
                <a:lnTo>
                  <a:pt x="5240262" y="6189833"/>
                </a:lnTo>
                <a:lnTo>
                  <a:pt x="5240935" y="6192201"/>
                </a:lnTo>
                <a:cubicBezTo>
                  <a:pt x="5243101" y="6199631"/>
                  <a:pt x="5244756" y="6207203"/>
                  <a:pt x="5245886" y="6214858"/>
                </a:cubicBezTo>
                <a:lnTo>
                  <a:pt x="5246182" y="6216904"/>
                </a:lnTo>
                <a:lnTo>
                  <a:pt x="5248254" y="6216661"/>
                </a:lnTo>
                <a:cubicBezTo>
                  <a:pt x="5254500" y="6215859"/>
                  <a:pt x="5260794" y="6215456"/>
                  <a:pt x="5267090" y="6215450"/>
                </a:cubicBezTo>
                <a:cubicBezTo>
                  <a:pt x="5303041" y="6215450"/>
                  <a:pt x="5323465" y="6228313"/>
                  <a:pt x="5334363" y="6239104"/>
                </a:cubicBezTo>
                <a:cubicBezTo>
                  <a:pt x="5345291" y="6249733"/>
                  <a:pt x="5351609" y="6264226"/>
                  <a:pt x="5351962" y="6279467"/>
                </a:cubicBezTo>
                <a:cubicBezTo>
                  <a:pt x="5351962" y="6298061"/>
                  <a:pt x="5342194" y="6321526"/>
                  <a:pt x="5332695" y="6344291"/>
                </a:cubicBezTo>
                <a:cubicBezTo>
                  <a:pt x="5325548" y="6361058"/>
                  <a:pt x="5319552" y="6378293"/>
                  <a:pt x="5314746" y="6395876"/>
                </a:cubicBezTo>
                <a:cubicBezTo>
                  <a:pt x="5305920" y="6431073"/>
                  <a:pt x="5291174" y="6490058"/>
                  <a:pt x="5255923" y="6490058"/>
                </a:cubicBezTo>
                <a:cubicBezTo>
                  <a:pt x="5244298" y="6490058"/>
                  <a:pt x="5230628" y="6483707"/>
                  <a:pt x="5214268" y="6470818"/>
                </a:cubicBezTo>
                <a:cubicBezTo>
                  <a:pt x="5205291" y="6475855"/>
                  <a:pt x="5195846" y="6480010"/>
                  <a:pt x="5186067" y="6483223"/>
                </a:cubicBezTo>
                <a:cubicBezTo>
                  <a:pt x="5212411" y="6506688"/>
                  <a:pt x="5234503" y="6517667"/>
                  <a:pt x="5256031" y="6517667"/>
                </a:cubicBezTo>
                <a:cubicBezTo>
                  <a:pt x="5313159" y="6517667"/>
                  <a:pt x="5331672" y="6442832"/>
                  <a:pt x="5341628" y="6402630"/>
                </a:cubicBezTo>
                <a:cubicBezTo>
                  <a:pt x="5346031" y="6386377"/>
                  <a:pt x="5351587" y="6370460"/>
                  <a:pt x="5358258" y="6355001"/>
                </a:cubicBezTo>
                <a:cubicBezTo>
                  <a:pt x="5368780" y="6329760"/>
                  <a:pt x="5379786" y="6303685"/>
                  <a:pt x="5379786" y="6279656"/>
                </a:cubicBezTo>
                <a:cubicBezTo>
                  <a:pt x="5379401" y="6256998"/>
                  <a:pt x="5370077" y="6235409"/>
                  <a:pt x="5353845" y="6219594"/>
                </a:cubicBezTo>
                <a:cubicBezTo>
                  <a:pt x="5339368" y="6205117"/>
                  <a:pt x="5312594" y="6187869"/>
                  <a:pt x="5267171" y="6187869"/>
                </a:cubicBezTo>
                <a:close/>
                <a:moveTo>
                  <a:pt x="5451363" y="6167902"/>
                </a:moveTo>
                <a:lnTo>
                  <a:pt x="5451363" y="6381183"/>
                </a:lnTo>
                <a:lnTo>
                  <a:pt x="5499961" y="6381183"/>
                </a:lnTo>
                <a:lnTo>
                  <a:pt x="5499961" y="6167902"/>
                </a:lnTo>
                <a:close/>
                <a:moveTo>
                  <a:pt x="5152763" y="6150781"/>
                </a:moveTo>
                <a:lnTo>
                  <a:pt x="5127798" y="6175745"/>
                </a:lnTo>
                <a:lnTo>
                  <a:pt x="5152763" y="6200710"/>
                </a:lnTo>
                <a:lnTo>
                  <a:pt x="5177727" y="6175745"/>
                </a:lnTo>
                <a:close/>
                <a:moveTo>
                  <a:pt x="5071326" y="6025580"/>
                </a:moveTo>
                <a:cubicBezTo>
                  <a:pt x="4998429" y="6025580"/>
                  <a:pt x="4972462" y="6099741"/>
                  <a:pt x="4972462" y="6169140"/>
                </a:cubicBezTo>
                <a:cubicBezTo>
                  <a:pt x="4972462" y="6201431"/>
                  <a:pt x="4983414" y="6235229"/>
                  <a:pt x="4992617" y="6257940"/>
                </a:cubicBezTo>
                <a:lnTo>
                  <a:pt x="4993451" y="6260012"/>
                </a:lnTo>
                <a:lnTo>
                  <a:pt x="4995469" y="6259070"/>
                </a:lnTo>
                <a:cubicBezTo>
                  <a:pt x="5001901" y="6256137"/>
                  <a:pt x="5008924" y="6253339"/>
                  <a:pt x="5016997" y="6250513"/>
                </a:cubicBezTo>
                <a:lnTo>
                  <a:pt x="5019095" y="6249760"/>
                </a:lnTo>
                <a:lnTo>
                  <a:pt x="5018261" y="6247688"/>
                </a:lnTo>
                <a:cubicBezTo>
                  <a:pt x="5006717" y="6219137"/>
                  <a:pt x="5000098" y="6190479"/>
                  <a:pt x="5000098" y="6169086"/>
                </a:cubicBezTo>
                <a:cubicBezTo>
                  <a:pt x="5000098" y="6124740"/>
                  <a:pt x="5010861" y="6088359"/>
                  <a:pt x="5029913" y="6069523"/>
                </a:cubicBezTo>
                <a:cubicBezTo>
                  <a:pt x="5040919" y="6058490"/>
                  <a:pt x="5054481" y="6053162"/>
                  <a:pt x="5071353" y="6053162"/>
                </a:cubicBezTo>
                <a:cubicBezTo>
                  <a:pt x="5114596" y="6053162"/>
                  <a:pt x="5195888" y="6093310"/>
                  <a:pt x="5230870" y="6165938"/>
                </a:cubicBezTo>
                <a:lnTo>
                  <a:pt x="5233238" y="6165507"/>
                </a:lnTo>
                <a:cubicBezTo>
                  <a:pt x="5241295" y="6164060"/>
                  <a:pt x="5249440" y="6163161"/>
                  <a:pt x="5257618" y="6162816"/>
                </a:cubicBezTo>
                <a:cubicBezTo>
                  <a:pt x="5258452" y="6162816"/>
                  <a:pt x="5259178" y="6162816"/>
                  <a:pt x="5260013" y="6162816"/>
                </a:cubicBezTo>
                <a:cubicBezTo>
                  <a:pt x="5222501" y="6073182"/>
                  <a:pt x="5126436" y="6025580"/>
                  <a:pt x="5071326" y="6025580"/>
                </a:cubicBezTo>
                <a:close/>
                <a:moveTo>
                  <a:pt x="1748037" y="0"/>
                </a:moveTo>
                <a:lnTo>
                  <a:pt x="1749191" y="0"/>
                </a:lnTo>
                <a:lnTo>
                  <a:pt x="1757273" y="0"/>
                </a:lnTo>
                <a:lnTo>
                  <a:pt x="1779210" y="0"/>
                </a:lnTo>
                <a:lnTo>
                  <a:pt x="1821930" y="0"/>
                </a:lnTo>
                <a:lnTo>
                  <a:pt x="1853248" y="0"/>
                </a:lnTo>
                <a:lnTo>
                  <a:pt x="1892359" y="0"/>
                </a:lnTo>
                <a:lnTo>
                  <a:pt x="1940130" y="0"/>
                </a:lnTo>
                <a:lnTo>
                  <a:pt x="1997426" y="0"/>
                </a:lnTo>
                <a:lnTo>
                  <a:pt x="2065114" y="0"/>
                </a:lnTo>
                <a:lnTo>
                  <a:pt x="2144058" y="0"/>
                </a:lnTo>
                <a:lnTo>
                  <a:pt x="2235126" y="0"/>
                </a:lnTo>
                <a:lnTo>
                  <a:pt x="2339182" y="0"/>
                </a:lnTo>
                <a:lnTo>
                  <a:pt x="2457094" y="0"/>
                </a:lnTo>
                <a:lnTo>
                  <a:pt x="2589726" y="0"/>
                </a:lnTo>
                <a:lnTo>
                  <a:pt x="2737945" y="0"/>
                </a:lnTo>
                <a:lnTo>
                  <a:pt x="2902617" y="0"/>
                </a:lnTo>
                <a:lnTo>
                  <a:pt x="3084608" y="0"/>
                </a:lnTo>
                <a:lnTo>
                  <a:pt x="3284783" y="0"/>
                </a:lnTo>
                <a:lnTo>
                  <a:pt x="3504009" y="0"/>
                </a:lnTo>
                <a:lnTo>
                  <a:pt x="3743152" y="0"/>
                </a:lnTo>
                <a:lnTo>
                  <a:pt x="4003077" y="0"/>
                </a:lnTo>
                <a:lnTo>
                  <a:pt x="4284650" y="0"/>
                </a:lnTo>
                <a:lnTo>
                  <a:pt x="4588738" y="0"/>
                </a:lnTo>
                <a:lnTo>
                  <a:pt x="4916206" y="0"/>
                </a:lnTo>
                <a:lnTo>
                  <a:pt x="5267920" y="0"/>
                </a:lnTo>
                <a:lnTo>
                  <a:pt x="5644746" y="0"/>
                </a:lnTo>
                <a:lnTo>
                  <a:pt x="6047551" y="0"/>
                </a:lnTo>
                <a:lnTo>
                  <a:pt x="6477199" y="0"/>
                </a:lnTo>
                <a:lnTo>
                  <a:pt x="6477199" y="1674"/>
                </a:lnTo>
                <a:lnTo>
                  <a:pt x="6477199" y="13395"/>
                </a:lnTo>
                <a:lnTo>
                  <a:pt x="6477199" y="26161"/>
                </a:lnTo>
                <a:lnTo>
                  <a:pt x="6477199" y="45207"/>
                </a:lnTo>
                <a:lnTo>
                  <a:pt x="6477199" y="71786"/>
                </a:lnTo>
                <a:lnTo>
                  <a:pt x="6477199" y="107156"/>
                </a:lnTo>
                <a:lnTo>
                  <a:pt x="6477199" y="152572"/>
                </a:lnTo>
                <a:lnTo>
                  <a:pt x="6477199" y="209290"/>
                </a:lnTo>
                <a:lnTo>
                  <a:pt x="6477199" y="278565"/>
                </a:lnTo>
                <a:lnTo>
                  <a:pt x="6477199" y="361652"/>
                </a:lnTo>
                <a:lnTo>
                  <a:pt x="6477199" y="459809"/>
                </a:lnTo>
                <a:lnTo>
                  <a:pt x="6477199" y="574291"/>
                </a:lnTo>
                <a:lnTo>
                  <a:pt x="6477199" y="706352"/>
                </a:lnTo>
                <a:lnTo>
                  <a:pt x="6477199" y="857250"/>
                </a:lnTo>
                <a:lnTo>
                  <a:pt x="6477199" y="1028240"/>
                </a:lnTo>
                <a:lnTo>
                  <a:pt x="6477199" y="1220577"/>
                </a:lnTo>
                <a:lnTo>
                  <a:pt x="6477199" y="1435517"/>
                </a:lnTo>
                <a:lnTo>
                  <a:pt x="6477199" y="1674318"/>
                </a:lnTo>
                <a:lnTo>
                  <a:pt x="6477199" y="1938232"/>
                </a:lnTo>
                <a:lnTo>
                  <a:pt x="6477199" y="2228515"/>
                </a:lnTo>
                <a:lnTo>
                  <a:pt x="6477199" y="2546427"/>
                </a:lnTo>
                <a:lnTo>
                  <a:pt x="6477199" y="2716134"/>
                </a:lnTo>
                <a:lnTo>
                  <a:pt x="6477199" y="2893219"/>
                </a:lnTo>
                <a:lnTo>
                  <a:pt x="6477199" y="3077840"/>
                </a:lnTo>
                <a:lnTo>
                  <a:pt x="6477199" y="3270149"/>
                </a:lnTo>
                <a:lnTo>
                  <a:pt x="6477199" y="3470308"/>
                </a:lnTo>
                <a:lnTo>
                  <a:pt x="6477199" y="3678472"/>
                </a:lnTo>
                <a:lnTo>
                  <a:pt x="6477199" y="3894799"/>
                </a:lnTo>
                <a:lnTo>
                  <a:pt x="6477199" y="4119445"/>
                </a:lnTo>
                <a:lnTo>
                  <a:pt x="6477199" y="4352568"/>
                </a:lnTo>
                <a:lnTo>
                  <a:pt x="6477199" y="4594323"/>
                </a:lnTo>
                <a:lnTo>
                  <a:pt x="6477199" y="4844869"/>
                </a:lnTo>
                <a:lnTo>
                  <a:pt x="6477199" y="5104362"/>
                </a:lnTo>
                <a:lnTo>
                  <a:pt x="6477199" y="5372959"/>
                </a:lnTo>
                <a:lnTo>
                  <a:pt x="6477199" y="5650817"/>
                </a:lnTo>
                <a:lnTo>
                  <a:pt x="6477199" y="5938093"/>
                </a:lnTo>
                <a:lnTo>
                  <a:pt x="6477199" y="6234944"/>
                </a:lnTo>
                <a:lnTo>
                  <a:pt x="6477199" y="6541527"/>
                </a:lnTo>
                <a:lnTo>
                  <a:pt x="6477199" y="6857998"/>
                </a:lnTo>
                <a:lnTo>
                  <a:pt x="41474" y="6857998"/>
                </a:lnTo>
                <a:lnTo>
                  <a:pt x="8607" y="6572070"/>
                </a:lnTo>
                <a:cubicBezTo>
                  <a:pt x="-92700" y="5171231"/>
                  <a:pt x="723901" y="4179292"/>
                  <a:pt x="1220987" y="2551114"/>
                </a:cubicBezTo>
                <a:cubicBezTo>
                  <a:pt x="1509912" y="1601788"/>
                  <a:pt x="1508324" y="722313"/>
                  <a:pt x="1748037" y="0"/>
                </a:cubicBezTo>
                <a:close/>
              </a:path>
            </a:pathLst>
          </a:custGeom>
          <a:solidFill>
            <a:srgbClr val="1E1E1E"/>
          </a:solidFill>
        </p:spPr>
        <p:txBody>
          <a:bodyPr vert="horz" wrap="square" lIns="1476000" tIns="2844000" rIns="612000" bIns="0" rtlCol="0" anchor="t" anchorCtr="0">
            <a:noAutofit/>
          </a:bodyPr>
          <a:lstStyle>
            <a:lvl1pPr marL="0" indent="0">
              <a:buNone/>
              <a:defRPr lang="en-GB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530365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519E02E-3740-4D07-B387-59A4D1D18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1972800"/>
            <a:ext cx="5303650" cy="3456000"/>
          </a:xfrm>
        </p:spPr>
        <p:txBody>
          <a:bodyPr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2A68048-B7AF-4C9F-AE2A-C3703C422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0" name="footer" descr="{&quot;templafy&quot;:{&quot;id&quot;:&quot;af8f149b-9a7a-48d0-b4da-c5580b213120&quot;}}" title="Form.Footer">
            <a:extLst>
              <a:ext uri="{FF2B5EF4-FFF2-40B4-BE49-F238E27FC236}">
                <a16:creationId xmlns:a16="http://schemas.microsoft.com/office/drawing/2014/main" id="{FA8E1E2A-02DE-4B13-A65A-EAF33837D4CA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1310432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856435-76DA-4B32-9795-59DFE0E9EC7B}"/>
              </a:ext>
            </a:extLst>
          </p:cNvPr>
          <p:cNvSpPr/>
          <p:nvPr userDrawn="1"/>
        </p:nvSpPr>
        <p:spPr>
          <a:xfrm>
            <a:off x="10378440" y="5821680"/>
            <a:ext cx="15240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72715D3-089B-484C-B908-5A35E8291AA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016102" y="1"/>
            <a:ext cx="4175898" cy="6857998"/>
          </a:xfrm>
          <a:custGeom>
            <a:avLst/>
            <a:gdLst>
              <a:gd name="connsiteX0" fmla="*/ 2851440 w 4175898"/>
              <a:gd name="connsiteY0" fmla="*/ 6347866 h 6857998"/>
              <a:gd name="connsiteX1" fmla="*/ 2773498 w 4175898"/>
              <a:gd name="connsiteY1" fmla="*/ 6359198 h 6857998"/>
              <a:gd name="connsiteX2" fmla="*/ 2781571 w 4175898"/>
              <a:gd name="connsiteY2" fmla="*/ 6386107 h 6857998"/>
              <a:gd name="connsiteX3" fmla="*/ 2851534 w 4175898"/>
              <a:gd name="connsiteY3" fmla="*/ 6375989 h 6857998"/>
              <a:gd name="connsiteX4" fmla="*/ 2921175 w 4175898"/>
              <a:gd name="connsiteY4" fmla="*/ 6386107 h 6857998"/>
              <a:gd name="connsiteX5" fmla="*/ 2929382 w 4175898"/>
              <a:gd name="connsiteY5" fmla="*/ 6359198 h 6857998"/>
              <a:gd name="connsiteX6" fmla="*/ 2851440 w 4175898"/>
              <a:gd name="connsiteY6" fmla="*/ 6347866 h 6857998"/>
              <a:gd name="connsiteX7" fmla="*/ 3415683 w 4175898"/>
              <a:gd name="connsiteY7" fmla="*/ 6259204 h 6857998"/>
              <a:gd name="connsiteX8" fmla="*/ 3451069 w 4175898"/>
              <a:gd name="connsiteY8" fmla="*/ 6303039 h 6857998"/>
              <a:gd name="connsiteX9" fmla="*/ 3413692 w 4175898"/>
              <a:gd name="connsiteY9" fmla="*/ 6348785 h 6857998"/>
              <a:gd name="connsiteX10" fmla="*/ 3391815 w 4175898"/>
              <a:gd name="connsiteY10" fmla="*/ 6345394 h 6857998"/>
              <a:gd name="connsiteX11" fmla="*/ 3391815 w 4175898"/>
              <a:gd name="connsiteY11" fmla="*/ 6263833 h 6857998"/>
              <a:gd name="connsiteX12" fmla="*/ 3415683 w 4175898"/>
              <a:gd name="connsiteY12" fmla="*/ 6259204 h 6857998"/>
              <a:gd name="connsiteX13" fmla="*/ 2942594 w 4175898"/>
              <a:gd name="connsiteY13" fmla="*/ 6255357 h 6857998"/>
              <a:gd name="connsiteX14" fmla="*/ 2938423 w 4175898"/>
              <a:gd name="connsiteY14" fmla="*/ 6276104 h 6857998"/>
              <a:gd name="connsiteX15" fmla="*/ 2951232 w 4175898"/>
              <a:gd name="connsiteY15" fmla="*/ 6287567 h 6857998"/>
              <a:gd name="connsiteX16" fmla="*/ 2916250 w 4175898"/>
              <a:gd name="connsiteY16" fmla="*/ 6331644 h 6857998"/>
              <a:gd name="connsiteX17" fmla="*/ 2943536 w 4175898"/>
              <a:gd name="connsiteY17" fmla="*/ 6339152 h 6857998"/>
              <a:gd name="connsiteX18" fmla="*/ 2981854 w 4175898"/>
              <a:gd name="connsiteY18" fmla="*/ 6285495 h 6857998"/>
              <a:gd name="connsiteX19" fmla="*/ 2942594 w 4175898"/>
              <a:gd name="connsiteY19" fmla="*/ 6255357 h 6857998"/>
              <a:gd name="connsiteX20" fmla="*/ 2760285 w 4175898"/>
              <a:gd name="connsiteY20" fmla="*/ 6255357 h 6857998"/>
              <a:gd name="connsiteX21" fmla="*/ 2721052 w 4175898"/>
              <a:gd name="connsiteY21" fmla="*/ 6285495 h 6857998"/>
              <a:gd name="connsiteX22" fmla="*/ 2759371 w 4175898"/>
              <a:gd name="connsiteY22" fmla="*/ 6339152 h 6857998"/>
              <a:gd name="connsiteX23" fmla="*/ 2786656 w 4175898"/>
              <a:gd name="connsiteY23" fmla="*/ 6331644 h 6857998"/>
              <a:gd name="connsiteX24" fmla="*/ 2751675 w 4175898"/>
              <a:gd name="connsiteY24" fmla="*/ 6287567 h 6857998"/>
              <a:gd name="connsiteX25" fmla="*/ 2764456 w 4175898"/>
              <a:gd name="connsiteY25" fmla="*/ 6276104 h 6857998"/>
              <a:gd name="connsiteX26" fmla="*/ 2760285 w 4175898"/>
              <a:gd name="connsiteY26" fmla="*/ 6255357 h 6857998"/>
              <a:gd name="connsiteX27" fmla="*/ 2660049 w 4175898"/>
              <a:gd name="connsiteY27" fmla="*/ 6246530 h 6857998"/>
              <a:gd name="connsiteX28" fmla="*/ 2617425 w 4175898"/>
              <a:gd name="connsiteY28" fmla="*/ 6324217 h 6857998"/>
              <a:gd name="connsiteX29" fmla="*/ 2654882 w 4175898"/>
              <a:gd name="connsiteY29" fmla="*/ 6398082 h 6857998"/>
              <a:gd name="connsiteX30" fmla="*/ 2824141 w 4175898"/>
              <a:gd name="connsiteY30" fmla="*/ 6467400 h 6857998"/>
              <a:gd name="connsiteX31" fmla="*/ 2889745 w 4175898"/>
              <a:gd name="connsiteY31" fmla="*/ 6453945 h 6857998"/>
              <a:gd name="connsiteX32" fmla="*/ 2892624 w 4175898"/>
              <a:gd name="connsiteY32" fmla="*/ 6452681 h 6857998"/>
              <a:gd name="connsiteX33" fmla="*/ 2890391 w 4175898"/>
              <a:gd name="connsiteY33" fmla="*/ 6450474 h 6857998"/>
              <a:gd name="connsiteX34" fmla="*/ 2872550 w 4175898"/>
              <a:gd name="connsiteY34" fmla="*/ 6432553 h 6857998"/>
              <a:gd name="connsiteX35" fmla="*/ 2871608 w 4175898"/>
              <a:gd name="connsiteY35" fmla="*/ 6431557 h 6857998"/>
              <a:gd name="connsiteX36" fmla="*/ 2870317 w 4175898"/>
              <a:gd name="connsiteY36" fmla="*/ 6432041 h 6857998"/>
              <a:gd name="connsiteX37" fmla="*/ 2824006 w 4175898"/>
              <a:gd name="connsiteY37" fmla="*/ 6439926 h 6857998"/>
              <a:gd name="connsiteX38" fmla="*/ 2674257 w 4175898"/>
              <a:gd name="connsiteY38" fmla="*/ 6378707 h 6857998"/>
              <a:gd name="connsiteX39" fmla="*/ 2644899 w 4175898"/>
              <a:gd name="connsiteY39" fmla="*/ 6324324 h 6857998"/>
              <a:gd name="connsiteX40" fmla="*/ 2670194 w 4175898"/>
              <a:gd name="connsiteY40" fmla="*/ 6273197 h 6857998"/>
              <a:gd name="connsiteX41" fmla="*/ 2660049 w 4175898"/>
              <a:gd name="connsiteY41" fmla="*/ 6246530 h 6857998"/>
              <a:gd name="connsiteX42" fmla="*/ 3251807 w 4175898"/>
              <a:gd name="connsiteY42" fmla="*/ 6227640 h 6857998"/>
              <a:gd name="connsiteX43" fmla="*/ 3198769 w 4175898"/>
              <a:gd name="connsiteY43" fmla="*/ 6297281 h 6857998"/>
              <a:gd name="connsiteX44" fmla="*/ 3254525 w 4175898"/>
              <a:gd name="connsiteY44" fmla="*/ 6381210 h 6857998"/>
              <a:gd name="connsiteX45" fmla="*/ 3312137 w 4175898"/>
              <a:gd name="connsiteY45" fmla="*/ 6381210 h 6857998"/>
              <a:gd name="connsiteX46" fmla="*/ 3251753 w 4175898"/>
              <a:gd name="connsiteY46" fmla="*/ 6295532 h 6857998"/>
              <a:gd name="connsiteX47" fmla="*/ 3307132 w 4175898"/>
              <a:gd name="connsiteY47" fmla="*/ 6227640 h 6857998"/>
              <a:gd name="connsiteX48" fmla="*/ 3617851 w 4175898"/>
              <a:gd name="connsiteY48" fmla="*/ 6221962 h 6857998"/>
              <a:gd name="connsiteX49" fmla="*/ 3543098 w 4175898"/>
              <a:gd name="connsiteY49" fmla="*/ 6235982 h 6857998"/>
              <a:gd name="connsiteX50" fmla="*/ 3543098 w 4175898"/>
              <a:gd name="connsiteY50" fmla="*/ 6381291 h 6857998"/>
              <a:gd name="connsiteX51" fmla="*/ 3591857 w 4175898"/>
              <a:gd name="connsiteY51" fmla="*/ 6381291 h 6857998"/>
              <a:gd name="connsiteX52" fmla="*/ 3591857 w 4175898"/>
              <a:gd name="connsiteY52" fmla="*/ 6264586 h 6857998"/>
              <a:gd name="connsiteX53" fmla="*/ 3616775 w 4175898"/>
              <a:gd name="connsiteY53" fmla="*/ 6259743 h 6857998"/>
              <a:gd name="connsiteX54" fmla="*/ 3648205 w 4175898"/>
              <a:gd name="connsiteY54" fmla="*/ 6305488 h 6857998"/>
              <a:gd name="connsiteX55" fmla="*/ 3648205 w 4175898"/>
              <a:gd name="connsiteY55" fmla="*/ 6381210 h 6857998"/>
              <a:gd name="connsiteX56" fmla="*/ 3696964 w 4175898"/>
              <a:gd name="connsiteY56" fmla="*/ 6381210 h 6857998"/>
              <a:gd name="connsiteX57" fmla="*/ 3696964 w 4175898"/>
              <a:gd name="connsiteY57" fmla="*/ 6298277 h 6857998"/>
              <a:gd name="connsiteX58" fmla="*/ 3617851 w 4175898"/>
              <a:gd name="connsiteY58" fmla="*/ 6221962 h 6857998"/>
              <a:gd name="connsiteX59" fmla="*/ 3416060 w 4175898"/>
              <a:gd name="connsiteY59" fmla="*/ 6221962 h 6857998"/>
              <a:gd name="connsiteX60" fmla="*/ 3343217 w 4175898"/>
              <a:gd name="connsiteY60" fmla="*/ 6235982 h 6857998"/>
              <a:gd name="connsiteX61" fmla="*/ 3343217 w 4175898"/>
              <a:gd name="connsiteY61" fmla="*/ 6440921 h 6857998"/>
              <a:gd name="connsiteX62" fmla="*/ 3391815 w 4175898"/>
              <a:gd name="connsiteY62" fmla="*/ 6440921 h 6857998"/>
              <a:gd name="connsiteX63" fmla="*/ 3391815 w 4175898"/>
              <a:gd name="connsiteY63" fmla="*/ 6382421 h 6857998"/>
              <a:gd name="connsiteX64" fmla="*/ 3419450 w 4175898"/>
              <a:gd name="connsiteY64" fmla="*/ 6384735 h 6857998"/>
              <a:gd name="connsiteX65" fmla="*/ 3501227 w 4175898"/>
              <a:gd name="connsiteY65" fmla="*/ 6302689 h 6857998"/>
              <a:gd name="connsiteX66" fmla="*/ 3416060 w 4175898"/>
              <a:gd name="connsiteY66" fmla="*/ 6221962 h 6857998"/>
              <a:gd name="connsiteX67" fmla="*/ 2881403 w 4175898"/>
              <a:gd name="connsiteY67" fmla="*/ 6214105 h 6857998"/>
              <a:gd name="connsiteX68" fmla="*/ 2861786 w 4175898"/>
              <a:gd name="connsiteY68" fmla="*/ 6216581 h 6857998"/>
              <a:gd name="connsiteX69" fmla="*/ 2861786 w 4175898"/>
              <a:gd name="connsiteY69" fmla="*/ 6240557 h 6857998"/>
              <a:gd name="connsiteX70" fmla="*/ 2866791 w 4175898"/>
              <a:gd name="connsiteY70" fmla="*/ 6240530 h 6857998"/>
              <a:gd name="connsiteX71" fmla="*/ 2888130 w 4175898"/>
              <a:gd name="connsiteY71" fmla="*/ 6258962 h 6857998"/>
              <a:gd name="connsiteX72" fmla="*/ 2860629 w 4175898"/>
              <a:gd name="connsiteY72" fmla="*/ 6324836 h 6857998"/>
              <a:gd name="connsiteX73" fmla="*/ 2891252 w 4175898"/>
              <a:gd name="connsiteY73" fmla="*/ 6327338 h 6857998"/>
              <a:gd name="connsiteX74" fmla="*/ 2923354 w 4175898"/>
              <a:gd name="connsiteY74" fmla="*/ 6252316 h 6857998"/>
              <a:gd name="connsiteX75" fmla="*/ 2881403 w 4175898"/>
              <a:gd name="connsiteY75" fmla="*/ 6214105 h 6857998"/>
              <a:gd name="connsiteX76" fmla="*/ 2821503 w 4175898"/>
              <a:gd name="connsiteY76" fmla="*/ 6214105 h 6857998"/>
              <a:gd name="connsiteX77" fmla="*/ 2779552 w 4175898"/>
              <a:gd name="connsiteY77" fmla="*/ 6252316 h 6857998"/>
              <a:gd name="connsiteX78" fmla="*/ 2811655 w 4175898"/>
              <a:gd name="connsiteY78" fmla="*/ 6327338 h 6857998"/>
              <a:gd name="connsiteX79" fmla="*/ 2842250 w 4175898"/>
              <a:gd name="connsiteY79" fmla="*/ 6324836 h 6857998"/>
              <a:gd name="connsiteX80" fmla="*/ 2814776 w 4175898"/>
              <a:gd name="connsiteY80" fmla="*/ 6258962 h 6857998"/>
              <a:gd name="connsiteX81" fmla="*/ 2836115 w 4175898"/>
              <a:gd name="connsiteY81" fmla="*/ 6240530 h 6857998"/>
              <a:gd name="connsiteX82" fmla="*/ 2841120 w 4175898"/>
              <a:gd name="connsiteY82" fmla="*/ 6240557 h 6857998"/>
              <a:gd name="connsiteX83" fmla="*/ 2841120 w 4175898"/>
              <a:gd name="connsiteY83" fmla="*/ 6216581 h 6857998"/>
              <a:gd name="connsiteX84" fmla="*/ 2821503 w 4175898"/>
              <a:gd name="connsiteY84" fmla="*/ 6214105 h 6857998"/>
              <a:gd name="connsiteX85" fmla="*/ 2965871 w 4175898"/>
              <a:gd name="connsiteY85" fmla="*/ 6187869 h 6857998"/>
              <a:gd name="connsiteX86" fmla="*/ 2941411 w 4175898"/>
              <a:gd name="connsiteY86" fmla="*/ 6189510 h 6857998"/>
              <a:gd name="connsiteX87" fmla="*/ 2938962 w 4175898"/>
              <a:gd name="connsiteY87" fmla="*/ 6189833 h 6857998"/>
              <a:gd name="connsiteX88" fmla="*/ 2939635 w 4175898"/>
              <a:gd name="connsiteY88" fmla="*/ 6192201 h 6857998"/>
              <a:gd name="connsiteX89" fmla="*/ 2944586 w 4175898"/>
              <a:gd name="connsiteY89" fmla="*/ 6214858 h 6857998"/>
              <a:gd name="connsiteX90" fmla="*/ 2944882 w 4175898"/>
              <a:gd name="connsiteY90" fmla="*/ 6216904 h 6857998"/>
              <a:gd name="connsiteX91" fmla="*/ 2946954 w 4175898"/>
              <a:gd name="connsiteY91" fmla="*/ 6216661 h 6857998"/>
              <a:gd name="connsiteX92" fmla="*/ 2965790 w 4175898"/>
              <a:gd name="connsiteY92" fmla="*/ 6215450 h 6857998"/>
              <a:gd name="connsiteX93" fmla="*/ 3033063 w 4175898"/>
              <a:gd name="connsiteY93" fmla="*/ 6239104 h 6857998"/>
              <a:gd name="connsiteX94" fmla="*/ 3050662 w 4175898"/>
              <a:gd name="connsiteY94" fmla="*/ 6279467 h 6857998"/>
              <a:gd name="connsiteX95" fmla="*/ 3031395 w 4175898"/>
              <a:gd name="connsiteY95" fmla="*/ 6344291 h 6857998"/>
              <a:gd name="connsiteX96" fmla="*/ 3013446 w 4175898"/>
              <a:gd name="connsiteY96" fmla="*/ 6395876 h 6857998"/>
              <a:gd name="connsiteX97" fmla="*/ 2954623 w 4175898"/>
              <a:gd name="connsiteY97" fmla="*/ 6490058 h 6857998"/>
              <a:gd name="connsiteX98" fmla="*/ 2912968 w 4175898"/>
              <a:gd name="connsiteY98" fmla="*/ 6470818 h 6857998"/>
              <a:gd name="connsiteX99" fmla="*/ 2884767 w 4175898"/>
              <a:gd name="connsiteY99" fmla="*/ 6483223 h 6857998"/>
              <a:gd name="connsiteX100" fmla="*/ 2954731 w 4175898"/>
              <a:gd name="connsiteY100" fmla="*/ 6517667 h 6857998"/>
              <a:gd name="connsiteX101" fmla="*/ 3040328 w 4175898"/>
              <a:gd name="connsiteY101" fmla="*/ 6402630 h 6857998"/>
              <a:gd name="connsiteX102" fmla="*/ 3056958 w 4175898"/>
              <a:gd name="connsiteY102" fmla="*/ 6355001 h 6857998"/>
              <a:gd name="connsiteX103" fmla="*/ 3078486 w 4175898"/>
              <a:gd name="connsiteY103" fmla="*/ 6279656 h 6857998"/>
              <a:gd name="connsiteX104" fmla="*/ 3052545 w 4175898"/>
              <a:gd name="connsiteY104" fmla="*/ 6219594 h 6857998"/>
              <a:gd name="connsiteX105" fmla="*/ 2965871 w 4175898"/>
              <a:gd name="connsiteY105" fmla="*/ 6187869 h 6857998"/>
              <a:gd name="connsiteX106" fmla="*/ 3150063 w 4175898"/>
              <a:gd name="connsiteY106" fmla="*/ 6167902 h 6857998"/>
              <a:gd name="connsiteX107" fmla="*/ 3150063 w 4175898"/>
              <a:gd name="connsiteY107" fmla="*/ 6381183 h 6857998"/>
              <a:gd name="connsiteX108" fmla="*/ 3198661 w 4175898"/>
              <a:gd name="connsiteY108" fmla="*/ 6381183 h 6857998"/>
              <a:gd name="connsiteX109" fmla="*/ 3198661 w 4175898"/>
              <a:gd name="connsiteY109" fmla="*/ 6167902 h 6857998"/>
              <a:gd name="connsiteX110" fmla="*/ 2851463 w 4175898"/>
              <a:gd name="connsiteY110" fmla="*/ 6150781 h 6857998"/>
              <a:gd name="connsiteX111" fmla="*/ 2826498 w 4175898"/>
              <a:gd name="connsiteY111" fmla="*/ 6175745 h 6857998"/>
              <a:gd name="connsiteX112" fmla="*/ 2851463 w 4175898"/>
              <a:gd name="connsiteY112" fmla="*/ 6200710 h 6857998"/>
              <a:gd name="connsiteX113" fmla="*/ 2876427 w 4175898"/>
              <a:gd name="connsiteY113" fmla="*/ 6175745 h 6857998"/>
              <a:gd name="connsiteX114" fmla="*/ 2770026 w 4175898"/>
              <a:gd name="connsiteY114" fmla="*/ 6025580 h 6857998"/>
              <a:gd name="connsiteX115" fmla="*/ 2671162 w 4175898"/>
              <a:gd name="connsiteY115" fmla="*/ 6169140 h 6857998"/>
              <a:gd name="connsiteX116" fmla="*/ 2691317 w 4175898"/>
              <a:gd name="connsiteY116" fmla="*/ 6257940 h 6857998"/>
              <a:gd name="connsiteX117" fmla="*/ 2692151 w 4175898"/>
              <a:gd name="connsiteY117" fmla="*/ 6260012 h 6857998"/>
              <a:gd name="connsiteX118" fmla="*/ 2694169 w 4175898"/>
              <a:gd name="connsiteY118" fmla="*/ 6259070 h 6857998"/>
              <a:gd name="connsiteX119" fmla="*/ 2715697 w 4175898"/>
              <a:gd name="connsiteY119" fmla="*/ 6250513 h 6857998"/>
              <a:gd name="connsiteX120" fmla="*/ 2717795 w 4175898"/>
              <a:gd name="connsiteY120" fmla="*/ 6249760 h 6857998"/>
              <a:gd name="connsiteX121" fmla="*/ 2716961 w 4175898"/>
              <a:gd name="connsiteY121" fmla="*/ 6247688 h 6857998"/>
              <a:gd name="connsiteX122" fmla="*/ 2698798 w 4175898"/>
              <a:gd name="connsiteY122" fmla="*/ 6169086 h 6857998"/>
              <a:gd name="connsiteX123" fmla="*/ 2728613 w 4175898"/>
              <a:gd name="connsiteY123" fmla="*/ 6069523 h 6857998"/>
              <a:gd name="connsiteX124" fmla="*/ 2770053 w 4175898"/>
              <a:gd name="connsiteY124" fmla="*/ 6053162 h 6857998"/>
              <a:gd name="connsiteX125" fmla="*/ 2929570 w 4175898"/>
              <a:gd name="connsiteY125" fmla="*/ 6165938 h 6857998"/>
              <a:gd name="connsiteX126" fmla="*/ 2931938 w 4175898"/>
              <a:gd name="connsiteY126" fmla="*/ 6165507 h 6857998"/>
              <a:gd name="connsiteX127" fmla="*/ 2956318 w 4175898"/>
              <a:gd name="connsiteY127" fmla="*/ 6162816 h 6857998"/>
              <a:gd name="connsiteX128" fmla="*/ 2958713 w 4175898"/>
              <a:gd name="connsiteY128" fmla="*/ 6162816 h 6857998"/>
              <a:gd name="connsiteX129" fmla="*/ 2770026 w 4175898"/>
              <a:gd name="connsiteY129" fmla="*/ 6025580 h 6857998"/>
              <a:gd name="connsiteX130" fmla="*/ 162837 w 4175898"/>
              <a:gd name="connsiteY130" fmla="*/ 0 h 6857998"/>
              <a:gd name="connsiteX131" fmla="*/ 163817 w 4175898"/>
              <a:gd name="connsiteY131" fmla="*/ 0 h 6857998"/>
              <a:gd name="connsiteX132" fmla="*/ 170675 w 4175898"/>
              <a:gd name="connsiteY132" fmla="*/ 0 h 6857998"/>
              <a:gd name="connsiteX133" fmla="*/ 189291 w 4175898"/>
              <a:gd name="connsiteY133" fmla="*/ 0 h 6857998"/>
              <a:gd name="connsiteX134" fmla="*/ 225541 w 4175898"/>
              <a:gd name="connsiteY134" fmla="*/ 0 h 6857998"/>
              <a:gd name="connsiteX135" fmla="*/ 285306 w 4175898"/>
              <a:gd name="connsiteY135" fmla="*/ 0 h 6857998"/>
              <a:gd name="connsiteX136" fmla="*/ 325843 w 4175898"/>
              <a:gd name="connsiteY136" fmla="*/ 0 h 6857998"/>
              <a:gd name="connsiteX137" fmla="*/ 374463 w 4175898"/>
              <a:gd name="connsiteY137" fmla="*/ 0 h 6857998"/>
              <a:gd name="connsiteX138" fmla="*/ 431901 w 4175898"/>
              <a:gd name="connsiteY138" fmla="*/ 0 h 6857998"/>
              <a:gd name="connsiteX139" fmla="*/ 498892 w 4175898"/>
              <a:gd name="connsiteY139" fmla="*/ 0 h 6857998"/>
              <a:gd name="connsiteX140" fmla="*/ 576170 w 4175898"/>
              <a:gd name="connsiteY140" fmla="*/ 0 h 6857998"/>
              <a:gd name="connsiteX141" fmla="*/ 664470 w 4175898"/>
              <a:gd name="connsiteY141" fmla="*/ 0 h 6857998"/>
              <a:gd name="connsiteX142" fmla="*/ 764527 w 4175898"/>
              <a:gd name="connsiteY142" fmla="*/ 0 h 6857998"/>
              <a:gd name="connsiteX143" fmla="*/ 877076 w 4175898"/>
              <a:gd name="connsiteY143" fmla="*/ 0 h 6857998"/>
              <a:gd name="connsiteX144" fmla="*/ 1002851 w 4175898"/>
              <a:gd name="connsiteY144" fmla="*/ 0 h 6857998"/>
              <a:gd name="connsiteX145" fmla="*/ 1142588 w 4175898"/>
              <a:gd name="connsiteY145" fmla="*/ 0 h 6857998"/>
              <a:gd name="connsiteX146" fmla="*/ 1297022 w 4175898"/>
              <a:gd name="connsiteY146" fmla="*/ 0 h 6857998"/>
              <a:gd name="connsiteX147" fmla="*/ 1466886 w 4175898"/>
              <a:gd name="connsiteY147" fmla="*/ 0 h 6857998"/>
              <a:gd name="connsiteX148" fmla="*/ 1652917 w 4175898"/>
              <a:gd name="connsiteY148" fmla="*/ 0 h 6857998"/>
              <a:gd name="connsiteX149" fmla="*/ 1855848 w 4175898"/>
              <a:gd name="connsiteY149" fmla="*/ 0 h 6857998"/>
              <a:gd name="connsiteX150" fmla="*/ 2076414 w 4175898"/>
              <a:gd name="connsiteY150" fmla="*/ 0 h 6857998"/>
              <a:gd name="connsiteX151" fmla="*/ 2315351 w 4175898"/>
              <a:gd name="connsiteY151" fmla="*/ 0 h 6857998"/>
              <a:gd name="connsiteX152" fmla="*/ 2573393 w 4175898"/>
              <a:gd name="connsiteY152" fmla="*/ 0 h 6857998"/>
              <a:gd name="connsiteX153" fmla="*/ 2851275 w 4175898"/>
              <a:gd name="connsiteY153" fmla="*/ 0 h 6857998"/>
              <a:gd name="connsiteX154" fmla="*/ 3149732 w 4175898"/>
              <a:gd name="connsiteY154" fmla="*/ 0 h 6857998"/>
              <a:gd name="connsiteX155" fmla="*/ 3469498 w 4175898"/>
              <a:gd name="connsiteY155" fmla="*/ 0 h 6857998"/>
              <a:gd name="connsiteX156" fmla="*/ 3811309 w 4175898"/>
              <a:gd name="connsiteY156" fmla="*/ 0 h 6857998"/>
              <a:gd name="connsiteX157" fmla="*/ 4175898 w 4175898"/>
              <a:gd name="connsiteY157" fmla="*/ 0 h 6857998"/>
              <a:gd name="connsiteX158" fmla="*/ 4175898 w 4175898"/>
              <a:gd name="connsiteY158" fmla="*/ 6857998 h 6857998"/>
              <a:gd name="connsiteX159" fmla="*/ 428045 w 4175898"/>
              <a:gd name="connsiteY159" fmla="*/ 6857998 h 6857998"/>
              <a:gd name="connsiteX160" fmla="*/ 316755 w 4175898"/>
              <a:gd name="connsiteY160" fmla="*/ 6467046 h 6857998"/>
              <a:gd name="connsiteX161" fmla="*/ 162837 w 4175898"/>
              <a:gd name="connsiteY161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4175898" h="6857998">
                <a:moveTo>
                  <a:pt x="2851440" y="6347866"/>
                </a:moveTo>
                <a:cubicBezTo>
                  <a:pt x="2825185" y="6347866"/>
                  <a:pt x="2798930" y="6351644"/>
                  <a:pt x="2773498" y="6359198"/>
                </a:cubicBezTo>
                <a:lnTo>
                  <a:pt x="2781571" y="6386107"/>
                </a:lnTo>
                <a:cubicBezTo>
                  <a:pt x="2804269" y="6379321"/>
                  <a:pt x="2827844" y="6375914"/>
                  <a:pt x="2851534" y="6375989"/>
                </a:cubicBezTo>
                <a:cubicBezTo>
                  <a:pt x="2875118" y="6375941"/>
                  <a:pt x="2898580" y="6379350"/>
                  <a:pt x="2921175" y="6386107"/>
                </a:cubicBezTo>
                <a:lnTo>
                  <a:pt x="2929382" y="6359198"/>
                </a:lnTo>
                <a:cubicBezTo>
                  <a:pt x="2903951" y="6351644"/>
                  <a:pt x="2877695" y="6347866"/>
                  <a:pt x="2851440" y="6347866"/>
                </a:cubicBezTo>
                <a:close/>
                <a:moveTo>
                  <a:pt x="3415683" y="6259204"/>
                </a:moveTo>
                <a:cubicBezTo>
                  <a:pt x="3436968" y="6259204"/>
                  <a:pt x="3451069" y="6272443"/>
                  <a:pt x="3451069" y="6303039"/>
                </a:cubicBezTo>
                <a:cubicBezTo>
                  <a:pt x="3451069" y="6332639"/>
                  <a:pt x="3439955" y="6348785"/>
                  <a:pt x="3413692" y="6348785"/>
                </a:cubicBezTo>
                <a:cubicBezTo>
                  <a:pt x="3406270" y="6348779"/>
                  <a:pt x="3398892" y="6347636"/>
                  <a:pt x="3391815" y="6345394"/>
                </a:cubicBezTo>
                <a:lnTo>
                  <a:pt x="3391815" y="6263833"/>
                </a:lnTo>
                <a:cubicBezTo>
                  <a:pt x="3399352" y="6260612"/>
                  <a:pt x="3407489" y="6259035"/>
                  <a:pt x="3415683" y="6259204"/>
                </a:cubicBezTo>
                <a:close/>
                <a:moveTo>
                  <a:pt x="2942594" y="6255357"/>
                </a:moveTo>
                <a:cubicBezTo>
                  <a:pt x="2942021" y="6262412"/>
                  <a:pt x="2940622" y="6269376"/>
                  <a:pt x="2938423" y="6276104"/>
                </a:cubicBezTo>
                <a:cubicBezTo>
                  <a:pt x="2946846" y="6277341"/>
                  <a:pt x="2951097" y="6281378"/>
                  <a:pt x="2951232" y="6287567"/>
                </a:cubicBezTo>
                <a:cubicBezTo>
                  <a:pt x="2951232" y="6295989"/>
                  <a:pt x="2946469" y="6303470"/>
                  <a:pt x="2916250" y="6331644"/>
                </a:cubicBezTo>
                <a:cubicBezTo>
                  <a:pt x="2925184" y="6333581"/>
                  <a:pt x="2935840" y="6336461"/>
                  <a:pt x="2943536" y="6339152"/>
                </a:cubicBezTo>
                <a:cubicBezTo>
                  <a:pt x="2974427" y="6312969"/>
                  <a:pt x="2981854" y="6300053"/>
                  <a:pt x="2981854" y="6285495"/>
                </a:cubicBezTo>
                <a:cubicBezTo>
                  <a:pt x="2981854" y="6267358"/>
                  <a:pt x="2965009" y="6254603"/>
                  <a:pt x="2942594" y="6255357"/>
                </a:cubicBezTo>
                <a:close/>
                <a:moveTo>
                  <a:pt x="2760285" y="6255357"/>
                </a:moveTo>
                <a:cubicBezTo>
                  <a:pt x="2737897" y="6254603"/>
                  <a:pt x="2721052" y="6267358"/>
                  <a:pt x="2721052" y="6285495"/>
                </a:cubicBezTo>
                <a:cubicBezTo>
                  <a:pt x="2721052" y="6300053"/>
                  <a:pt x="2728479" y="6312969"/>
                  <a:pt x="2759371" y="6339152"/>
                </a:cubicBezTo>
                <a:cubicBezTo>
                  <a:pt x="2767067" y="6336461"/>
                  <a:pt x="2777696" y="6333581"/>
                  <a:pt x="2786656" y="6331644"/>
                </a:cubicBezTo>
                <a:cubicBezTo>
                  <a:pt x="2756411" y="6303470"/>
                  <a:pt x="2751675" y="6295989"/>
                  <a:pt x="2751675" y="6287567"/>
                </a:cubicBezTo>
                <a:cubicBezTo>
                  <a:pt x="2751755" y="6281378"/>
                  <a:pt x="2756034" y="6277341"/>
                  <a:pt x="2764456" y="6276104"/>
                </a:cubicBezTo>
                <a:cubicBezTo>
                  <a:pt x="2762285" y="6269368"/>
                  <a:pt x="2760883" y="6262407"/>
                  <a:pt x="2760285" y="6255357"/>
                </a:cubicBezTo>
                <a:close/>
                <a:moveTo>
                  <a:pt x="2660049" y="6246530"/>
                </a:moveTo>
                <a:cubicBezTo>
                  <a:pt x="2631337" y="6265609"/>
                  <a:pt x="2617425" y="6291065"/>
                  <a:pt x="2617425" y="6324217"/>
                </a:cubicBezTo>
                <a:cubicBezTo>
                  <a:pt x="2617425" y="6347708"/>
                  <a:pt x="2630880" y="6373945"/>
                  <a:pt x="2654882" y="6398082"/>
                </a:cubicBezTo>
                <a:cubicBezTo>
                  <a:pt x="2688384" y="6431611"/>
                  <a:pt x="2750437" y="6467400"/>
                  <a:pt x="2824141" y="6467400"/>
                </a:cubicBezTo>
                <a:cubicBezTo>
                  <a:pt x="2846707" y="6467516"/>
                  <a:pt x="2869047" y="6462933"/>
                  <a:pt x="2889745" y="6453945"/>
                </a:cubicBezTo>
                <a:lnTo>
                  <a:pt x="2892624" y="6452681"/>
                </a:lnTo>
                <a:lnTo>
                  <a:pt x="2890391" y="6450474"/>
                </a:lnTo>
                <a:cubicBezTo>
                  <a:pt x="2883986" y="6444473"/>
                  <a:pt x="2878040" y="6438284"/>
                  <a:pt x="2872550" y="6432553"/>
                </a:cubicBezTo>
                <a:lnTo>
                  <a:pt x="2871608" y="6431557"/>
                </a:lnTo>
                <a:lnTo>
                  <a:pt x="2870317" y="6432041"/>
                </a:lnTo>
                <a:cubicBezTo>
                  <a:pt x="2855457" y="6437350"/>
                  <a:pt x="2839786" y="6440020"/>
                  <a:pt x="2824006" y="6439926"/>
                </a:cubicBezTo>
                <a:cubicBezTo>
                  <a:pt x="2770188" y="6439926"/>
                  <a:pt x="2711445" y="6415896"/>
                  <a:pt x="2674257" y="6378707"/>
                </a:cubicBezTo>
                <a:cubicBezTo>
                  <a:pt x="2655609" y="6360033"/>
                  <a:pt x="2644899" y="6340227"/>
                  <a:pt x="2644899" y="6324324"/>
                </a:cubicBezTo>
                <a:cubicBezTo>
                  <a:pt x="2644899" y="6302635"/>
                  <a:pt x="2652972" y="6286329"/>
                  <a:pt x="2670194" y="6273197"/>
                </a:cubicBezTo>
                <a:cubicBezTo>
                  <a:pt x="2666857" y="6265420"/>
                  <a:pt x="2663305" y="6256352"/>
                  <a:pt x="2660049" y="6246530"/>
                </a:cubicBezTo>
                <a:close/>
                <a:moveTo>
                  <a:pt x="3251807" y="6227640"/>
                </a:moveTo>
                <a:lnTo>
                  <a:pt x="3198769" y="6297281"/>
                </a:lnTo>
                <a:lnTo>
                  <a:pt x="3254525" y="6381210"/>
                </a:lnTo>
                <a:lnTo>
                  <a:pt x="3312137" y="6381210"/>
                </a:lnTo>
                <a:lnTo>
                  <a:pt x="3251753" y="6295532"/>
                </a:lnTo>
                <a:lnTo>
                  <a:pt x="3307132" y="6227640"/>
                </a:lnTo>
                <a:close/>
                <a:moveTo>
                  <a:pt x="3617851" y="6221962"/>
                </a:moveTo>
                <a:cubicBezTo>
                  <a:pt x="3592261" y="6221758"/>
                  <a:pt x="3566875" y="6226521"/>
                  <a:pt x="3543098" y="6235982"/>
                </a:cubicBezTo>
                <a:lnTo>
                  <a:pt x="3543098" y="6381291"/>
                </a:lnTo>
                <a:lnTo>
                  <a:pt x="3591857" y="6381291"/>
                </a:lnTo>
                <a:lnTo>
                  <a:pt x="3591857" y="6264586"/>
                </a:lnTo>
                <a:cubicBezTo>
                  <a:pt x="3599744" y="6261285"/>
                  <a:pt x="3608226" y="6259638"/>
                  <a:pt x="3616775" y="6259743"/>
                </a:cubicBezTo>
                <a:cubicBezTo>
                  <a:pt x="3643173" y="6259743"/>
                  <a:pt x="3648205" y="6275888"/>
                  <a:pt x="3648205" y="6305488"/>
                </a:cubicBezTo>
                <a:lnTo>
                  <a:pt x="3648205" y="6381210"/>
                </a:lnTo>
                <a:lnTo>
                  <a:pt x="3696964" y="6381210"/>
                </a:lnTo>
                <a:lnTo>
                  <a:pt x="3696964" y="6298277"/>
                </a:lnTo>
                <a:cubicBezTo>
                  <a:pt x="3696857" y="6251858"/>
                  <a:pt x="3681384" y="6221962"/>
                  <a:pt x="3617851" y="6221962"/>
                </a:cubicBezTo>
                <a:close/>
                <a:moveTo>
                  <a:pt x="3416060" y="6221962"/>
                </a:moveTo>
                <a:cubicBezTo>
                  <a:pt x="3391118" y="6222056"/>
                  <a:pt x="3366413" y="6226811"/>
                  <a:pt x="3343217" y="6235982"/>
                </a:cubicBezTo>
                <a:lnTo>
                  <a:pt x="3343217" y="6440921"/>
                </a:lnTo>
                <a:lnTo>
                  <a:pt x="3391815" y="6440921"/>
                </a:lnTo>
                <a:lnTo>
                  <a:pt x="3391815" y="6382421"/>
                </a:lnTo>
                <a:cubicBezTo>
                  <a:pt x="3400932" y="6384076"/>
                  <a:pt x="3410186" y="6384851"/>
                  <a:pt x="3419450" y="6384735"/>
                </a:cubicBezTo>
                <a:cubicBezTo>
                  <a:pt x="3473053" y="6384735"/>
                  <a:pt x="3501227" y="6354059"/>
                  <a:pt x="3501227" y="6302689"/>
                </a:cubicBezTo>
                <a:cubicBezTo>
                  <a:pt x="3501227" y="6250916"/>
                  <a:pt x="3473511" y="6221962"/>
                  <a:pt x="3416060" y="6221962"/>
                </a:cubicBezTo>
                <a:close/>
                <a:moveTo>
                  <a:pt x="2881403" y="6214105"/>
                </a:moveTo>
                <a:cubicBezTo>
                  <a:pt x="2874783" y="6214046"/>
                  <a:pt x="2868185" y="6214877"/>
                  <a:pt x="2861786" y="6216581"/>
                </a:cubicBezTo>
                <a:lnTo>
                  <a:pt x="2861786" y="6240557"/>
                </a:lnTo>
                <a:cubicBezTo>
                  <a:pt x="2863320" y="6240449"/>
                  <a:pt x="2864988" y="6240422"/>
                  <a:pt x="2866791" y="6240530"/>
                </a:cubicBezTo>
                <a:cubicBezTo>
                  <a:pt x="2881107" y="6240530"/>
                  <a:pt x="2888130" y="6246746"/>
                  <a:pt x="2888130" y="6258962"/>
                </a:cubicBezTo>
                <a:cubicBezTo>
                  <a:pt x="2888130" y="6269457"/>
                  <a:pt x="2882721" y="6283826"/>
                  <a:pt x="2860629" y="6324836"/>
                </a:cubicBezTo>
                <a:cubicBezTo>
                  <a:pt x="2870873" y="6325129"/>
                  <a:pt x="2881096" y="6325966"/>
                  <a:pt x="2891252" y="6327338"/>
                </a:cubicBezTo>
                <a:cubicBezTo>
                  <a:pt x="2916600" y="6288024"/>
                  <a:pt x="2923354" y="6270614"/>
                  <a:pt x="2923354" y="6252316"/>
                </a:cubicBezTo>
                <a:cubicBezTo>
                  <a:pt x="2923354" y="6233130"/>
                  <a:pt x="2909496" y="6214105"/>
                  <a:pt x="2881403" y="6214105"/>
                </a:cubicBezTo>
                <a:close/>
                <a:moveTo>
                  <a:pt x="2821503" y="6214105"/>
                </a:moveTo>
                <a:cubicBezTo>
                  <a:pt x="2793383" y="6214105"/>
                  <a:pt x="2779552" y="6233130"/>
                  <a:pt x="2779552" y="6252316"/>
                </a:cubicBezTo>
                <a:cubicBezTo>
                  <a:pt x="2779552" y="6270614"/>
                  <a:pt x="2786279" y="6288024"/>
                  <a:pt x="2811655" y="6327338"/>
                </a:cubicBezTo>
                <a:cubicBezTo>
                  <a:pt x="2821802" y="6325966"/>
                  <a:pt x="2832014" y="6325132"/>
                  <a:pt x="2842250" y="6324836"/>
                </a:cubicBezTo>
                <a:cubicBezTo>
                  <a:pt x="2820158" y="6283826"/>
                  <a:pt x="2814776" y="6269457"/>
                  <a:pt x="2814776" y="6258962"/>
                </a:cubicBezTo>
                <a:cubicBezTo>
                  <a:pt x="2814776" y="6246746"/>
                  <a:pt x="2821799" y="6240530"/>
                  <a:pt x="2836115" y="6240530"/>
                </a:cubicBezTo>
                <a:cubicBezTo>
                  <a:pt x="2838079" y="6240422"/>
                  <a:pt x="2839586" y="6240449"/>
                  <a:pt x="2841120" y="6240557"/>
                </a:cubicBezTo>
                <a:lnTo>
                  <a:pt x="2841120" y="6216581"/>
                </a:lnTo>
                <a:cubicBezTo>
                  <a:pt x="2834721" y="6214877"/>
                  <a:pt x="2828123" y="6214046"/>
                  <a:pt x="2821503" y="6214105"/>
                </a:cubicBezTo>
                <a:close/>
                <a:moveTo>
                  <a:pt x="2965871" y="6187869"/>
                </a:moveTo>
                <a:cubicBezTo>
                  <a:pt x="2957691" y="6187847"/>
                  <a:pt x="2949516" y="6188396"/>
                  <a:pt x="2941411" y="6189510"/>
                </a:cubicBezTo>
                <a:lnTo>
                  <a:pt x="2938962" y="6189833"/>
                </a:lnTo>
                <a:lnTo>
                  <a:pt x="2939635" y="6192201"/>
                </a:lnTo>
                <a:cubicBezTo>
                  <a:pt x="2941801" y="6199631"/>
                  <a:pt x="2943456" y="6207203"/>
                  <a:pt x="2944586" y="6214858"/>
                </a:cubicBezTo>
                <a:lnTo>
                  <a:pt x="2944882" y="6216904"/>
                </a:lnTo>
                <a:lnTo>
                  <a:pt x="2946954" y="6216661"/>
                </a:lnTo>
                <a:cubicBezTo>
                  <a:pt x="2953200" y="6215859"/>
                  <a:pt x="2959494" y="6215456"/>
                  <a:pt x="2965790" y="6215450"/>
                </a:cubicBezTo>
                <a:cubicBezTo>
                  <a:pt x="3001741" y="6215450"/>
                  <a:pt x="3022165" y="6228313"/>
                  <a:pt x="3033063" y="6239104"/>
                </a:cubicBezTo>
                <a:cubicBezTo>
                  <a:pt x="3043991" y="6249733"/>
                  <a:pt x="3050309" y="6264226"/>
                  <a:pt x="3050662" y="6279467"/>
                </a:cubicBezTo>
                <a:cubicBezTo>
                  <a:pt x="3050662" y="6298061"/>
                  <a:pt x="3040894" y="6321526"/>
                  <a:pt x="3031395" y="6344291"/>
                </a:cubicBezTo>
                <a:cubicBezTo>
                  <a:pt x="3024248" y="6361058"/>
                  <a:pt x="3018252" y="6378293"/>
                  <a:pt x="3013446" y="6395876"/>
                </a:cubicBezTo>
                <a:cubicBezTo>
                  <a:pt x="3004620" y="6431073"/>
                  <a:pt x="2989874" y="6490058"/>
                  <a:pt x="2954623" y="6490058"/>
                </a:cubicBezTo>
                <a:cubicBezTo>
                  <a:pt x="2942998" y="6490058"/>
                  <a:pt x="2929328" y="6483707"/>
                  <a:pt x="2912968" y="6470818"/>
                </a:cubicBezTo>
                <a:cubicBezTo>
                  <a:pt x="2903991" y="6475855"/>
                  <a:pt x="2894546" y="6480010"/>
                  <a:pt x="2884767" y="6483223"/>
                </a:cubicBezTo>
                <a:cubicBezTo>
                  <a:pt x="2911111" y="6506688"/>
                  <a:pt x="2933203" y="6517667"/>
                  <a:pt x="2954731" y="6517667"/>
                </a:cubicBezTo>
                <a:cubicBezTo>
                  <a:pt x="3011859" y="6517667"/>
                  <a:pt x="3030372" y="6442832"/>
                  <a:pt x="3040328" y="6402630"/>
                </a:cubicBezTo>
                <a:cubicBezTo>
                  <a:pt x="3044731" y="6386377"/>
                  <a:pt x="3050287" y="6370460"/>
                  <a:pt x="3056958" y="6355001"/>
                </a:cubicBezTo>
                <a:cubicBezTo>
                  <a:pt x="3067480" y="6329760"/>
                  <a:pt x="3078486" y="6303685"/>
                  <a:pt x="3078486" y="6279656"/>
                </a:cubicBezTo>
                <a:cubicBezTo>
                  <a:pt x="3078101" y="6256998"/>
                  <a:pt x="3068777" y="6235409"/>
                  <a:pt x="3052545" y="6219594"/>
                </a:cubicBezTo>
                <a:cubicBezTo>
                  <a:pt x="3038068" y="6205117"/>
                  <a:pt x="3011294" y="6187869"/>
                  <a:pt x="2965871" y="6187869"/>
                </a:cubicBezTo>
                <a:close/>
                <a:moveTo>
                  <a:pt x="3150063" y="6167902"/>
                </a:moveTo>
                <a:lnTo>
                  <a:pt x="3150063" y="6381183"/>
                </a:lnTo>
                <a:lnTo>
                  <a:pt x="3198661" y="6381183"/>
                </a:lnTo>
                <a:lnTo>
                  <a:pt x="3198661" y="6167902"/>
                </a:lnTo>
                <a:close/>
                <a:moveTo>
                  <a:pt x="2851463" y="6150781"/>
                </a:moveTo>
                <a:lnTo>
                  <a:pt x="2826498" y="6175745"/>
                </a:lnTo>
                <a:lnTo>
                  <a:pt x="2851463" y="6200710"/>
                </a:lnTo>
                <a:lnTo>
                  <a:pt x="2876427" y="6175745"/>
                </a:lnTo>
                <a:close/>
                <a:moveTo>
                  <a:pt x="2770026" y="6025580"/>
                </a:moveTo>
                <a:cubicBezTo>
                  <a:pt x="2697129" y="6025580"/>
                  <a:pt x="2671162" y="6099741"/>
                  <a:pt x="2671162" y="6169140"/>
                </a:cubicBezTo>
                <a:cubicBezTo>
                  <a:pt x="2671162" y="6201431"/>
                  <a:pt x="2682114" y="6235229"/>
                  <a:pt x="2691317" y="6257940"/>
                </a:cubicBezTo>
                <a:lnTo>
                  <a:pt x="2692151" y="6260012"/>
                </a:lnTo>
                <a:lnTo>
                  <a:pt x="2694169" y="6259070"/>
                </a:lnTo>
                <a:cubicBezTo>
                  <a:pt x="2700601" y="6256137"/>
                  <a:pt x="2707624" y="6253339"/>
                  <a:pt x="2715697" y="6250513"/>
                </a:cubicBezTo>
                <a:lnTo>
                  <a:pt x="2717795" y="6249760"/>
                </a:lnTo>
                <a:lnTo>
                  <a:pt x="2716961" y="6247688"/>
                </a:lnTo>
                <a:cubicBezTo>
                  <a:pt x="2705417" y="6219137"/>
                  <a:pt x="2698798" y="6190479"/>
                  <a:pt x="2698798" y="6169086"/>
                </a:cubicBezTo>
                <a:cubicBezTo>
                  <a:pt x="2698798" y="6124740"/>
                  <a:pt x="2709561" y="6088359"/>
                  <a:pt x="2728613" y="6069523"/>
                </a:cubicBezTo>
                <a:cubicBezTo>
                  <a:pt x="2739619" y="6058490"/>
                  <a:pt x="2753181" y="6053162"/>
                  <a:pt x="2770053" y="6053162"/>
                </a:cubicBezTo>
                <a:cubicBezTo>
                  <a:pt x="2813296" y="6053162"/>
                  <a:pt x="2894588" y="6093310"/>
                  <a:pt x="2929570" y="6165938"/>
                </a:cubicBezTo>
                <a:lnTo>
                  <a:pt x="2931938" y="6165507"/>
                </a:lnTo>
                <a:cubicBezTo>
                  <a:pt x="2939995" y="6164060"/>
                  <a:pt x="2948140" y="6163161"/>
                  <a:pt x="2956318" y="6162816"/>
                </a:cubicBezTo>
                <a:cubicBezTo>
                  <a:pt x="2957152" y="6162816"/>
                  <a:pt x="2957878" y="6162816"/>
                  <a:pt x="2958713" y="6162816"/>
                </a:cubicBezTo>
                <a:cubicBezTo>
                  <a:pt x="2921201" y="6073182"/>
                  <a:pt x="2825136" y="6025580"/>
                  <a:pt x="2770026" y="6025580"/>
                </a:cubicBezTo>
                <a:close/>
                <a:moveTo>
                  <a:pt x="162837" y="0"/>
                </a:moveTo>
                <a:lnTo>
                  <a:pt x="163817" y="0"/>
                </a:lnTo>
                <a:lnTo>
                  <a:pt x="170675" y="0"/>
                </a:lnTo>
                <a:lnTo>
                  <a:pt x="189291" y="0"/>
                </a:lnTo>
                <a:lnTo>
                  <a:pt x="225541" y="0"/>
                </a:lnTo>
                <a:lnTo>
                  <a:pt x="285306" y="0"/>
                </a:lnTo>
                <a:lnTo>
                  <a:pt x="325843" y="0"/>
                </a:lnTo>
                <a:lnTo>
                  <a:pt x="374463" y="0"/>
                </a:lnTo>
                <a:lnTo>
                  <a:pt x="431901" y="0"/>
                </a:lnTo>
                <a:lnTo>
                  <a:pt x="498892" y="0"/>
                </a:lnTo>
                <a:lnTo>
                  <a:pt x="576170" y="0"/>
                </a:lnTo>
                <a:lnTo>
                  <a:pt x="664470" y="0"/>
                </a:lnTo>
                <a:lnTo>
                  <a:pt x="764527" y="0"/>
                </a:lnTo>
                <a:lnTo>
                  <a:pt x="877076" y="0"/>
                </a:lnTo>
                <a:lnTo>
                  <a:pt x="1002851" y="0"/>
                </a:lnTo>
                <a:lnTo>
                  <a:pt x="1142588" y="0"/>
                </a:lnTo>
                <a:lnTo>
                  <a:pt x="1297022" y="0"/>
                </a:lnTo>
                <a:lnTo>
                  <a:pt x="1466886" y="0"/>
                </a:lnTo>
                <a:lnTo>
                  <a:pt x="1652917" y="0"/>
                </a:lnTo>
                <a:lnTo>
                  <a:pt x="1855848" y="0"/>
                </a:lnTo>
                <a:lnTo>
                  <a:pt x="2076414" y="0"/>
                </a:lnTo>
                <a:lnTo>
                  <a:pt x="2315351" y="0"/>
                </a:lnTo>
                <a:lnTo>
                  <a:pt x="2573393" y="0"/>
                </a:lnTo>
                <a:lnTo>
                  <a:pt x="2851275" y="0"/>
                </a:lnTo>
                <a:lnTo>
                  <a:pt x="3149732" y="0"/>
                </a:lnTo>
                <a:lnTo>
                  <a:pt x="3469498" y="0"/>
                </a:lnTo>
                <a:lnTo>
                  <a:pt x="3811309" y="0"/>
                </a:lnTo>
                <a:lnTo>
                  <a:pt x="4175898" y="0"/>
                </a:lnTo>
                <a:lnTo>
                  <a:pt x="4175898" y="6857998"/>
                </a:lnTo>
                <a:lnTo>
                  <a:pt x="428045" y="6857998"/>
                </a:lnTo>
                <a:lnTo>
                  <a:pt x="316755" y="6467046"/>
                </a:lnTo>
                <a:cubicBezTo>
                  <a:pt x="-189920" y="4502516"/>
                  <a:pt x="31822" y="2388692"/>
                  <a:pt x="162837" y="0"/>
                </a:cubicBezTo>
                <a:close/>
              </a:path>
            </a:pathLst>
          </a:custGeom>
          <a:solidFill>
            <a:srgbClr val="1E1E1E"/>
          </a:solidFill>
        </p:spPr>
        <p:txBody>
          <a:bodyPr vert="horz" wrap="square" lIns="144000" tIns="2844000" rIns="612000" bIns="0" rtlCol="0" anchor="t" anchorCtr="0">
            <a:noAutofit/>
          </a:bodyPr>
          <a:lstStyle>
            <a:lvl1pPr marL="0" indent="0">
              <a:buNone/>
              <a:defRPr lang="en-GB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71755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1DC9A6-8970-4C5B-AEFE-1E0D77A86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1972800"/>
            <a:ext cx="7176900" cy="3812400"/>
          </a:xfrm>
        </p:spPr>
        <p:txBody>
          <a:bodyPr numCol="2" spcCol="31750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7D8040-DF87-4BF2-BBD8-19BDCCBC0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0" name="footer" descr="{&quot;templafy&quot;:{&quot;id&quot;:&quot;7ac37abf-d12c-4b69-8471-18417449538c&quot;}}" title="Form.Footer">
            <a:extLst>
              <a:ext uri="{FF2B5EF4-FFF2-40B4-BE49-F238E27FC236}">
                <a16:creationId xmlns:a16="http://schemas.microsoft.com/office/drawing/2014/main" id="{46FEC96E-4236-433F-B665-16A1A6E8D210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8242093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3 columns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E1ECBE0-5C93-4F35-B99A-26C060212121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12192000" cy="4177088"/>
          </a:xfrm>
          <a:custGeom>
            <a:avLst/>
            <a:gdLst>
              <a:gd name="connsiteX0" fmla="*/ 0 w 12192000"/>
              <a:gd name="connsiteY0" fmla="*/ 0 h 4177088"/>
              <a:gd name="connsiteX1" fmla="*/ 12192000 w 12192000"/>
              <a:gd name="connsiteY1" fmla="*/ 0 h 4177088"/>
              <a:gd name="connsiteX2" fmla="*/ 12192000 w 12192000"/>
              <a:gd name="connsiteY2" fmla="*/ 4104005 h 4177088"/>
              <a:gd name="connsiteX3" fmla="*/ 88900 w 12192000"/>
              <a:gd name="connsiteY3" fmla="*/ 3932555 h 4177088"/>
              <a:gd name="connsiteX4" fmla="*/ 0 w 12192000"/>
              <a:gd name="connsiteY4" fmla="*/ 3921760 h 417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177088">
                <a:moveTo>
                  <a:pt x="0" y="0"/>
                </a:moveTo>
                <a:lnTo>
                  <a:pt x="12192000" y="0"/>
                </a:lnTo>
                <a:lnTo>
                  <a:pt x="12192000" y="4104005"/>
                </a:lnTo>
                <a:cubicBezTo>
                  <a:pt x="7158990" y="3800475"/>
                  <a:pt x="5307330" y="4532630"/>
                  <a:pt x="88900" y="3932555"/>
                </a:cubicBezTo>
                <a:cubicBezTo>
                  <a:pt x="59055" y="3928745"/>
                  <a:pt x="29845" y="3925570"/>
                  <a:pt x="0" y="3921760"/>
                </a:cubicBezTo>
                <a:close/>
              </a:path>
            </a:pathLst>
          </a:custGeom>
          <a:solidFill>
            <a:srgbClr val="1E1E1E"/>
          </a:solidFill>
        </p:spPr>
        <p:txBody>
          <a:bodyPr vert="horz" wrap="square" lIns="4284000" tIns="0" rIns="612000" bIns="0" rtlCol="0" anchor="ctr" anchorCtr="0">
            <a:noAutofit/>
          </a:bodyPr>
          <a:lstStyle>
            <a:lvl1pPr marL="0" indent="0" algn="r">
              <a:buNone/>
              <a:defRPr lang="en-GB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599" y="558000"/>
            <a:ext cx="8113525" cy="10515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4AA5FA-9A1A-417D-90B2-B22BEC94190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600" y="4482000"/>
            <a:ext cx="10923400" cy="1483200"/>
          </a:xfrm>
        </p:spPr>
        <p:txBody>
          <a:bodyPr numCol="3" spcCol="31750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900E1CF-3327-4E03-AA8E-5DDAC61EF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90aba961-d4bf-41f7-8435-38f0960dfe61&quot;}}" title="Form.Footer">
            <a:extLst>
              <a:ext uri="{FF2B5EF4-FFF2-40B4-BE49-F238E27FC236}">
                <a16:creationId xmlns:a16="http://schemas.microsoft.com/office/drawing/2014/main" id="{DF07C5E3-614F-4859-9944-38C96D248A1F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4258727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3D8395-9D30-4668-B490-2D3C00B27073}"/>
              </a:ext>
            </a:extLst>
          </p:cNvPr>
          <p:cNvSpPr/>
          <p:nvPr userDrawn="1"/>
        </p:nvSpPr>
        <p:spPr>
          <a:xfrm>
            <a:off x="10378440" y="5821680"/>
            <a:ext cx="15240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DDF866BB-227A-4D50-9E8E-291E7BAF4E9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" y="1"/>
            <a:ext cx="12191998" cy="6857998"/>
          </a:xfrm>
          <a:custGeom>
            <a:avLst/>
            <a:gdLst>
              <a:gd name="connsiteX0" fmla="*/ 10867540 w 12191998"/>
              <a:gd name="connsiteY0" fmla="*/ 6347866 h 6857998"/>
              <a:gd name="connsiteX1" fmla="*/ 10789598 w 12191998"/>
              <a:gd name="connsiteY1" fmla="*/ 6359198 h 6857998"/>
              <a:gd name="connsiteX2" fmla="*/ 10797671 w 12191998"/>
              <a:gd name="connsiteY2" fmla="*/ 6386107 h 6857998"/>
              <a:gd name="connsiteX3" fmla="*/ 10867634 w 12191998"/>
              <a:gd name="connsiteY3" fmla="*/ 6375989 h 6857998"/>
              <a:gd name="connsiteX4" fmla="*/ 10937275 w 12191998"/>
              <a:gd name="connsiteY4" fmla="*/ 6386107 h 6857998"/>
              <a:gd name="connsiteX5" fmla="*/ 10945482 w 12191998"/>
              <a:gd name="connsiteY5" fmla="*/ 6359198 h 6857998"/>
              <a:gd name="connsiteX6" fmla="*/ 10867540 w 12191998"/>
              <a:gd name="connsiteY6" fmla="*/ 6347866 h 6857998"/>
              <a:gd name="connsiteX7" fmla="*/ 11431783 w 12191998"/>
              <a:gd name="connsiteY7" fmla="*/ 6259204 h 6857998"/>
              <a:gd name="connsiteX8" fmla="*/ 11467169 w 12191998"/>
              <a:gd name="connsiteY8" fmla="*/ 6303039 h 6857998"/>
              <a:gd name="connsiteX9" fmla="*/ 11429792 w 12191998"/>
              <a:gd name="connsiteY9" fmla="*/ 6348785 h 6857998"/>
              <a:gd name="connsiteX10" fmla="*/ 11407915 w 12191998"/>
              <a:gd name="connsiteY10" fmla="*/ 6345394 h 6857998"/>
              <a:gd name="connsiteX11" fmla="*/ 11407915 w 12191998"/>
              <a:gd name="connsiteY11" fmla="*/ 6263833 h 6857998"/>
              <a:gd name="connsiteX12" fmla="*/ 11431783 w 12191998"/>
              <a:gd name="connsiteY12" fmla="*/ 6259204 h 6857998"/>
              <a:gd name="connsiteX13" fmla="*/ 10958694 w 12191998"/>
              <a:gd name="connsiteY13" fmla="*/ 6255357 h 6857998"/>
              <a:gd name="connsiteX14" fmla="*/ 10954523 w 12191998"/>
              <a:gd name="connsiteY14" fmla="*/ 6276104 h 6857998"/>
              <a:gd name="connsiteX15" fmla="*/ 10967332 w 12191998"/>
              <a:gd name="connsiteY15" fmla="*/ 6287567 h 6857998"/>
              <a:gd name="connsiteX16" fmla="*/ 10932350 w 12191998"/>
              <a:gd name="connsiteY16" fmla="*/ 6331644 h 6857998"/>
              <a:gd name="connsiteX17" fmla="*/ 10959636 w 12191998"/>
              <a:gd name="connsiteY17" fmla="*/ 6339152 h 6857998"/>
              <a:gd name="connsiteX18" fmla="*/ 10997954 w 12191998"/>
              <a:gd name="connsiteY18" fmla="*/ 6285495 h 6857998"/>
              <a:gd name="connsiteX19" fmla="*/ 10958694 w 12191998"/>
              <a:gd name="connsiteY19" fmla="*/ 6255357 h 6857998"/>
              <a:gd name="connsiteX20" fmla="*/ 10776385 w 12191998"/>
              <a:gd name="connsiteY20" fmla="*/ 6255357 h 6857998"/>
              <a:gd name="connsiteX21" fmla="*/ 10737152 w 12191998"/>
              <a:gd name="connsiteY21" fmla="*/ 6285495 h 6857998"/>
              <a:gd name="connsiteX22" fmla="*/ 10775471 w 12191998"/>
              <a:gd name="connsiteY22" fmla="*/ 6339152 h 6857998"/>
              <a:gd name="connsiteX23" fmla="*/ 10802756 w 12191998"/>
              <a:gd name="connsiteY23" fmla="*/ 6331644 h 6857998"/>
              <a:gd name="connsiteX24" fmla="*/ 10767775 w 12191998"/>
              <a:gd name="connsiteY24" fmla="*/ 6287567 h 6857998"/>
              <a:gd name="connsiteX25" fmla="*/ 10780556 w 12191998"/>
              <a:gd name="connsiteY25" fmla="*/ 6276104 h 6857998"/>
              <a:gd name="connsiteX26" fmla="*/ 10776385 w 12191998"/>
              <a:gd name="connsiteY26" fmla="*/ 6255357 h 6857998"/>
              <a:gd name="connsiteX27" fmla="*/ 10676149 w 12191998"/>
              <a:gd name="connsiteY27" fmla="*/ 6246530 h 6857998"/>
              <a:gd name="connsiteX28" fmla="*/ 10633525 w 12191998"/>
              <a:gd name="connsiteY28" fmla="*/ 6324217 h 6857998"/>
              <a:gd name="connsiteX29" fmla="*/ 10670982 w 12191998"/>
              <a:gd name="connsiteY29" fmla="*/ 6398082 h 6857998"/>
              <a:gd name="connsiteX30" fmla="*/ 10840241 w 12191998"/>
              <a:gd name="connsiteY30" fmla="*/ 6467400 h 6857998"/>
              <a:gd name="connsiteX31" fmla="*/ 10905845 w 12191998"/>
              <a:gd name="connsiteY31" fmla="*/ 6453945 h 6857998"/>
              <a:gd name="connsiteX32" fmla="*/ 10908724 w 12191998"/>
              <a:gd name="connsiteY32" fmla="*/ 6452681 h 6857998"/>
              <a:gd name="connsiteX33" fmla="*/ 10906491 w 12191998"/>
              <a:gd name="connsiteY33" fmla="*/ 6450474 h 6857998"/>
              <a:gd name="connsiteX34" fmla="*/ 10888650 w 12191998"/>
              <a:gd name="connsiteY34" fmla="*/ 6432553 h 6857998"/>
              <a:gd name="connsiteX35" fmla="*/ 10887708 w 12191998"/>
              <a:gd name="connsiteY35" fmla="*/ 6431557 h 6857998"/>
              <a:gd name="connsiteX36" fmla="*/ 10886417 w 12191998"/>
              <a:gd name="connsiteY36" fmla="*/ 6432041 h 6857998"/>
              <a:gd name="connsiteX37" fmla="*/ 10840106 w 12191998"/>
              <a:gd name="connsiteY37" fmla="*/ 6439926 h 6857998"/>
              <a:gd name="connsiteX38" fmla="*/ 10690357 w 12191998"/>
              <a:gd name="connsiteY38" fmla="*/ 6378707 h 6857998"/>
              <a:gd name="connsiteX39" fmla="*/ 10660999 w 12191998"/>
              <a:gd name="connsiteY39" fmla="*/ 6324324 h 6857998"/>
              <a:gd name="connsiteX40" fmla="*/ 10686294 w 12191998"/>
              <a:gd name="connsiteY40" fmla="*/ 6273197 h 6857998"/>
              <a:gd name="connsiteX41" fmla="*/ 10676149 w 12191998"/>
              <a:gd name="connsiteY41" fmla="*/ 6246530 h 6857998"/>
              <a:gd name="connsiteX42" fmla="*/ 11267907 w 12191998"/>
              <a:gd name="connsiteY42" fmla="*/ 6227640 h 6857998"/>
              <a:gd name="connsiteX43" fmla="*/ 11214869 w 12191998"/>
              <a:gd name="connsiteY43" fmla="*/ 6297281 h 6857998"/>
              <a:gd name="connsiteX44" fmla="*/ 11270625 w 12191998"/>
              <a:gd name="connsiteY44" fmla="*/ 6381210 h 6857998"/>
              <a:gd name="connsiteX45" fmla="*/ 11328237 w 12191998"/>
              <a:gd name="connsiteY45" fmla="*/ 6381210 h 6857998"/>
              <a:gd name="connsiteX46" fmla="*/ 11267853 w 12191998"/>
              <a:gd name="connsiteY46" fmla="*/ 6295532 h 6857998"/>
              <a:gd name="connsiteX47" fmla="*/ 11323232 w 12191998"/>
              <a:gd name="connsiteY47" fmla="*/ 6227640 h 6857998"/>
              <a:gd name="connsiteX48" fmla="*/ 11633951 w 12191998"/>
              <a:gd name="connsiteY48" fmla="*/ 6221962 h 6857998"/>
              <a:gd name="connsiteX49" fmla="*/ 11559198 w 12191998"/>
              <a:gd name="connsiteY49" fmla="*/ 6235982 h 6857998"/>
              <a:gd name="connsiteX50" fmla="*/ 11559198 w 12191998"/>
              <a:gd name="connsiteY50" fmla="*/ 6381291 h 6857998"/>
              <a:gd name="connsiteX51" fmla="*/ 11607957 w 12191998"/>
              <a:gd name="connsiteY51" fmla="*/ 6381291 h 6857998"/>
              <a:gd name="connsiteX52" fmla="*/ 11607957 w 12191998"/>
              <a:gd name="connsiteY52" fmla="*/ 6264586 h 6857998"/>
              <a:gd name="connsiteX53" fmla="*/ 11632875 w 12191998"/>
              <a:gd name="connsiteY53" fmla="*/ 6259743 h 6857998"/>
              <a:gd name="connsiteX54" fmla="*/ 11664305 w 12191998"/>
              <a:gd name="connsiteY54" fmla="*/ 6305488 h 6857998"/>
              <a:gd name="connsiteX55" fmla="*/ 11664305 w 12191998"/>
              <a:gd name="connsiteY55" fmla="*/ 6381210 h 6857998"/>
              <a:gd name="connsiteX56" fmla="*/ 11713064 w 12191998"/>
              <a:gd name="connsiteY56" fmla="*/ 6381210 h 6857998"/>
              <a:gd name="connsiteX57" fmla="*/ 11713064 w 12191998"/>
              <a:gd name="connsiteY57" fmla="*/ 6298277 h 6857998"/>
              <a:gd name="connsiteX58" fmla="*/ 11633951 w 12191998"/>
              <a:gd name="connsiteY58" fmla="*/ 6221962 h 6857998"/>
              <a:gd name="connsiteX59" fmla="*/ 11432160 w 12191998"/>
              <a:gd name="connsiteY59" fmla="*/ 6221962 h 6857998"/>
              <a:gd name="connsiteX60" fmla="*/ 11359317 w 12191998"/>
              <a:gd name="connsiteY60" fmla="*/ 6235982 h 6857998"/>
              <a:gd name="connsiteX61" fmla="*/ 11359317 w 12191998"/>
              <a:gd name="connsiteY61" fmla="*/ 6440921 h 6857998"/>
              <a:gd name="connsiteX62" fmla="*/ 11407915 w 12191998"/>
              <a:gd name="connsiteY62" fmla="*/ 6440921 h 6857998"/>
              <a:gd name="connsiteX63" fmla="*/ 11407915 w 12191998"/>
              <a:gd name="connsiteY63" fmla="*/ 6382421 h 6857998"/>
              <a:gd name="connsiteX64" fmla="*/ 11435550 w 12191998"/>
              <a:gd name="connsiteY64" fmla="*/ 6384735 h 6857998"/>
              <a:gd name="connsiteX65" fmla="*/ 11517327 w 12191998"/>
              <a:gd name="connsiteY65" fmla="*/ 6302689 h 6857998"/>
              <a:gd name="connsiteX66" fmla="*/ 11432160 w 12191998"/>
              <a:gd name="connsiteY66" fmla="*/ 6221962 h 6857998"/>
              <a:gd name="connsiteX67" fmla="*/ 10897503 w 12191998"/>
              <a:gd name="connsiteY67" fmla="*/ 6214105 h 6857998"/>
              <a:gd name="connsiteX68" fmla="*/ 10877886 w 12191998"/>
              <a:gd name="connsiteY68" fmla="*/ 6216581 h 6857998"/>
              <a:gd name="connsiteX69" fmla="*/ 10877886 w 12191998"/>
              <a:gd name="connsiteY69" fmla="*/ 6240557 h 6857998"/>
              <a:gd name="connsiteX70" fmla="*/ 10882891 w 12191998"/>
              <a:gd name="connsiteY70" fmla="*/ 6240530 h 6857998"/>
              <a:gd name="connsiteX71" fmla="*/ 10904230 w 12191998"/>
              <a:gd name="connsiteY71" fmla="*/ 6258962 h 6857998"/>
              <a:gd name="connsiteX72" fmla="*/ 10876729 w 12191998"/>
              <a:gd name="connsiteY72" fmla="*/ 6324836 h 6857998"/>
              <a:gd name="connsiteX73" fmla="*/ 10907352 w 12191998"/>
              <a:gd name="connsiteY73" fmla="*/ 6327338 h 6857998"/>
              <a:gd name="connsiteX74" fmla="*/ 10939454 w 12191998"/>
              <a:gd name="connsiteY74" fmla="*/ 6252316 h 6857998"/>
              <a:gd name="connsiteX75" fmla="*/ 10897503 w 12191998"/>
              <a:gd name="connsiteY75" fmla="*/ 6214105 h 6857998"/>
              <a:gd name="connsiteX76" fmla="*/ 10837603 w 12191998"/>
              <a:gd name="connsiteY76" fmla="*/ 6214105 h 6857998"/>
              <a:gd name="connsiteX77" fmla="*/ 10795652 w 12191998"/>
              <a:gd name="connsiteY77" fmla="*/ 6252316 h 6857998"/>
              <a:gd name="connsiteX78" fmla="*/ 10827755 w 12191998"/>
              <a:gd name="connsiteY78" fmla="*/ 6327338 h 6857998"/>
              <a:gd name="connsiteX79" fmla="*/ 10858350 w 12191998"/>
              <a:gd name="connsiteY79" fmla="*/ 6324836 h 6857998"/>
              <a:gd name="connsiteX80" fmla="*/ 10830876 w 12191998"/>
              <a:gd name="connsiteY80" fmla="*/ 6258962 h 6857998"/>
              <a:gd name="connsiteX81" fmla="*/ 10852215 w 12191998"/>
              <a:gd name="connsiteY81" fmla="*/ 6240530 h 6857998"/>
              <a:gd name="connsiteX82" fmla="*/ 10857220 w 12191998"/>
              <a:gd name="connsiteY82" fmla="*/ 6240557 h 6857998"/>
              <a:gd name="connsiteX83" fmla="*/ 10857220 w 12191998"/>
              <a:gd name="connsiteY83" fmla="*/ 6216581 h 6857998"/>
              <a:gd name="connsiteX84" fmla="*/ 10837603 w 12191998"/>
              <a:gd name="connsiteY84" fmla="*/ 6214105 h 6857998"/>
              <a:gd name="connsiteX85" fmla="*/ 10981971 w 12191998"/>
              <a:gd name="connsiteY85" fmla="*/ 6187869 h 6857998"/>
              <a:gd name="connsiteX86" fmla="*/ 10957511 w 12191998"/>
              <a:gd name="connsiteY86" fmla="*/ 6189510 h 6857998"/>
              <a:gd name="connsiteX87" fmla="*/ 10955062 w 12191998"/>
              <a:gd name="connsiteY87" fmla="*/ 6189833 h 6857998"/>
              <a:gd name="connsiteX88" fmla="*/ 10955735 w 12191998"/>
              <a:gd name="connsiteY88" fmla="*/ 6192201 h 6857998"/>
              <a:gd name="connsiteX89" fmla="*/ 10960686 w 12191998"/>
              <a:gd name="connsiteY89" fmla="*/ 6214858 h 6857998"/>
              <a:gd name="connsiteX90" fmla="*/ 10960982 w 12191998"/>
              <a:gd name="connsiteY90" fmla="*/ 6216904 h 6857998"/>
              <a:gd name="connsiteX91" fmla="*/ 10963054 w 12191998"/>
              <a:gd name="connsiteY91" fmla="*/ 6216661 h 6857998"/>
              <a:gd name="connsiteX92" fmla="*/ 10981890 w 12191998"/>
              <a:gd name="connsiteY92" fmla="*/ 6215450 h 6857998"/>
              <a:gd name="connsiteX93" fmla="*/ 11049163 w 12191998"/>
              <a:gd name="connsiteY93" fmla="*/ 6239104 h 6857998"/>
              <a:gd name="connsiteX94" fmla="*/ 11066762 w 12191998"/>
              <a:gd name="connsiteY94" fmla="*/ 6279467 h 6857998"/>
              <a:gd name="connsiteX95" fmla="*/ 11047495 w 12191998"/>
              <a:gd name="connsiteY95" fmla="*/ 6344291 h 6857998"/>
              <a:gd name="connsiteX96" fmla="*/ 11029546 w 12191998"/>
              <a:gd name="connsiteY96" fmla="*/ 6395876 h 6857998"/>
              <a:gd name="connsiteX97" fmla="*/ 10970723 w 12191998"/>
              <a:gd name="connsiteY97" fmla="*/ 6490058 h 6857998"/>
              <a:gd name="connsiteX98" fmla="*/ 10929068 w 12191998"/>
              <a:gd name="connsiteY98" fmla="*/ 6470818 h 6857998"/>
              <a:gd name="connsiteX99" fmla="*/ 10900867 w 12191998"/>
              <a:gd name="connsiteY99" fmla="*/ 6483223 h 6857998"/>
              <a:gd name="connsiteX100" fmla="*/ 10970831 w 12191998"/>
              <a:gd name="connsiteY100" fmla="*/ 6517667 h 6857998"/>
              <a:gd name="connsiteX101" fmla="*/ 11056428 w 12191998"/>
              <a:gd name="connsiteY101" fmla="*/ 6402630 h 6857998"/>
              <a:gd name="connsiteX102" fmla="*/ 11073058 w 12191998"/>
              <a:gd name="connsiteY102" fmla="*/ 6355001 h 6857998"/>
              <a:gd name="connsiteX103" fmla="*/ 11094586 w 12191998"/>
              <a:gd name="connsiteY103" fmla="*/ 6279656 h 6857998"/>
              <a:gd name="connsiteX104" fmla="*/ 11068645 w 12191998"/>
              <a:gd name="connsiteY104" fmla="*/ 6219594 h 6857998"/>
              <a:gd name="connsiteX105" fmla="*/ 10981971 w 12191998"/>
              <a:gd name="connsiteY105" fmla="*/ 6187869 h 6857998"/>
              <a:gd name="connsiteX106" fmla="*/ 11166163 w 12191998"/>
              <a:gd name="connsiteY106" fmla="*/ 6167902 h 6857998"/>
              <a:gd name="connsiteX107" fmla="*/ 11166163 w 12191998"/>
              <a:gd name="connsiteY107" fmla="*/ 6381183 h 6857998"/>
              <a:gd name="connsiteX108" fmla="*/ 11214761 w 12191998"/>
              <a:gd name="connsiteY108" fmla="*/ 6381183 h 6857998"/>
              <a:gd name="connsiteX109" fmla="*/ 11214761 w 12191998"/>
              <a:gd name="connsiteY109" fmla="*/ 6167902 h 6857998"/>
              <a:gd name="connsiteX110" fmla="*/ 10867563 w 12191998"/>
              <a:gd name="connsiteY110" fmla="*/ 6150781 h 6857998"/>
              <a:gd name="connsiteX111" fmla="*/ 10842598 w 12191998"/>
              <a:gd name="connsiteY111" fmla="*/ 6175745 h 6857998"/>
              <a:gd name="connsiteX112" fmla="*/ 10867563 w 12191998"/>
              <a:gd name="connsiteY112" fmla="*/ 6200710 h 6857998"/>
              <a:gd name="connsiteX113" fmla="*/ 10892527 w 12191998"/>
              <a:gd name="connsiteY113" fmla="*/ 6175745 h 6857998"/>
              <a:gd name="connsiteX114" fmla="*/ 10786126 w 12191998"/>
              <a:gd name="connsiteY114" fmla="*/ 6025580 h 6857998"/>
              <a:gd name="connsiteX115" fmla="*/ 10687262 w 12191998"/>
              <a:gd name="connsiteY115" fmla="*/ 6169140 h 6857998"/>
              <a:gd name="connsiteX116" fmla="*/ 10707417 w 12191998"/>
              <a:gd name="connsiteY116" fmla="*/ 6257940 h 6857998"/>
              <a:gd name="connsiteX117" fmla="*/ 10708251 w 12191998"/>
              <a:gd name="connsiteY117" fmla="*/ 6260012 h 6857998"/>
              <a:gd name="connsiteX118" fmla="*/ 10710269 w 12191998"/>
              <a:gd name="connsiteY118" fmla="*/ 6259070 h 6857998"/>
              <a:gd name="connsiteX119" fmla="*/ 10731797 w 12191998"/>
              <a:gd name="connsiteY119" fmla="*/ 6250513 h 6857998"/>
              <a:gd name="connsiteX120" fmla="*/ 10733895 w 12191998"/>
              <a:gd name="connsiteY120" fmla="*/ 6249760 h 6857998"/>
              <a:gd name="connsiteX121" fmla="*/ 10733061 w 12191998"/>
              <a:gd name="connsiteY121" fmla="*/ 6247688 h 6857998"/>
              <a:gd name="connsiteX122" fmla="*/ 10714898 w 12191998"/>
              <a:gd name="connsiteY122" fmla="*/ 6169086 h 6857998"/>
              <a:gd name="connsiteX123" fmla="*/ 10744713 w 12191998"/>
              <a:gd name="connsiteY123" fmla="*/ 6069523 h 6857998"/>
              <a:gd name="connsiteX124" fmla="*/ 10786153 w 12191998"/>
              <a:gd name="connsiteY124" fmla="*/ 6053162 h 6857998"/>
              <a:gd name="connsiteX125" fmla="*/ 10945670 w 12191998"/>
              <a:gd name="connsiteY125" fmla="*/ 6165938 h 6857998"/>
              <a:gd name="connsiteX126" fmla="*/ 10948038 w 12191998"/>
              <a:gd name="connsiteY126" fmla="*/ 6165507 h 6857998"/>
              <a:gd name="connsiteX127" fmla="*/ 10972418 w 12191998"/>
              <a:gd name="connsiteY127" fmla="*/ 6162816 h 6857998"/>
              <a:gd name="connsiteX128" fmla="*/ 10974813 w 12191998"/>
              <a:gd name="connsiteY128" fmla="*/ 6162816 h 6857998"/>
              <a:gd name="connsiteX129" fmla="*/ 10786126 w 12191998"/>
              <a:gd name="connsiteY129" fmla="*/ 6025580 h 6857998"/>
              <a:gd name="connsiteX130" fmla="*/ 0 w 12191998"/>
              <a:gd name="connsiteY130" fmla="*/ 0 h 6857998"/>
              <a:gd name="connsiteX131" fmla="*/ 12191998 w 12191998"/>
              <a:gd name="connsiteY131" fmla="*/ 0 h 6857998"/>
              <a:gd name="connsiteX132" fmla="*/ 12191998 w 12191998"/>
              <a:gd name="connsiteY132" fmla="*/ 6857998 h 6857998"/>
              <a:gd name="connsiteX133" fmla="*/ 0 w 12191998"/>
              <a:gd name="connsiteY13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12191998" h="6857998">
                <a:moveTo>
                  <a:pt x="10867540" y="6347866"/>
                </a:moveTo>
                <a:cubicBezTo>
                  <a:pt x="10841285" y="6347866"/>
                  <a:pt x="10815030" y="6351644"/>
                  <a:pt x="10789598" y="6359198"/>
                </a:cubicBezTo>
                <a:lnTo>
                  <a:pt x="10797671" y="6386107"/>
                </a:lnTo>
                <a:cubicBezTo>
                  <a:pt x="10820369" y="6379321"/>
                  <a:pt x="10843944" y="6375914"/>
                  <a:pt x="10867634" y="6375989"/>
                </a:cubicBezTo>
                <a:cubicBezTo>
                  <a:pt x="10891218" y="6375941"/>
                  <a:pt x="10914680" y="6379350"/>
                  <a:pt x="10937275" y="6386107"/>
                </a:cubicBezTo>
                <a:lnTo>
                  <a:pt x="10945482" y="6359198"/>
                </a:lnTo>
                <a:cubicBezTo>
                  <a:pt x="10920051" y="6351644"/>
                  <a:pt x="10893796" y="6347866"/>
                  <a:pt x="10867540" y="6347866"/>
                </a:cubicBezTo>
                <a:close/>
                <a:moveTo>
                  <a:pt x="11431783" y="6259204"/>
                </a:moveTo>
                <a:cubicBezTo>
                  <a:pt x="11453068" y="6259204"/>
                  <a:pt x="11467169" y="6272443"/>
                  <a:pt x="11467169" y="6303039"/>
                </a:cubicBezTo>
                <a:cubicBezTo>
                  <a:pt x="11467169" y="6332639"/>
                  <a:pt x="11456055" y="6348785"/>
                  <a:pt x="11429792" y="6348785"/>
                </a:cubicBezTo>
                <a:cubicBezTo>
                  <a:pt x="11422370" y="6348779"/>
                  <a:pt x="11414992" y="6347636"/>
                  <a:pt x="11407915" y="6345394"/>
                </a:cubicBezTo>
                <a:lnTo>
                  <a:pt x="11407915" y="6263833"/>
                </a:lnTo>
                <a:cubicBezTo>
                  <a:pt x="11415452" y="6260612"/>
                  <a:pt x="11423589" y="6259035"/>
                  <a:pt x="11431783" y="6259204"/>
                </a:cubicBezTo>
                <a:close/>
                <a:moveTo>
                  <a:pt x="10958694" y="6255357"/>
                </a:moveTo>
                <a:cubicBezTo>
                  <a:pt x="10958121" y="6262412"/>
                  <a:pt x="10956722" y="6269376"/>
                  <a:pt x="10954523" y="6276104"/>
                </a:cubicBezTo>
                <a:cubicBezTo>
                  <a:pt x="10962946" y="6277341"/>
                  <a:pt x="10967197" y="6281378"/>
                  <a:pt x="10967332" y="6287567"/>
                </a:cubicBezTo>
                <a:cubicBezTo>
                  <a:pt x="10967332" y="6295989"/>
                  <a:pt x="10962569" y="6303470"/>
                  <a:pt x="10932350" y="6331644"/>
                </a:cubicBezTo>
                <a:cubicBezTo>
                  <a:pt x="10941284" y="6333581"/>
                  <a:pt x="10951940" y="6336461"/>
                  <a:pt x="10959636" y="6339152"/>
                </a:cubicBezTo>
                <a:cubicBezTo>
                  <a:pt x="10990527" y="6312969"/>
                  <a:pt x="10997954" y="6300053"/>
                  <a:pt x="10997954" y="6285495"/>
                </a:cubicBezTo>
                <a:cubicBezTo>
                  <a:pt x="10997954" y="6267358"/>
                  <a:pt x="10981109" y="6254603"/>
                  <a:pt x="10958694" y="6255357"/>
                </a:cubicBezTo>
                <a:close/>
                <a:moveTo>
                  <a:pt x="10776385" y="6255357"/>
                </a:moveTo>
                <a:cubicBezTo>
                  <a:pt x="10753997" y="6254603"/>
                  <a:pt x="10737152" y="6267358"/>
                  <a:pt x="10737152" y="6285495"/>
                </a:cubicBezTo>
                <a:cubicBezTo>
                  <a:pt x="10737152" y="6300053"/>
                  <a:pt x="10744579" y="6312969"/>
                  <a:pt x="10775471" y="6339152"/>
                </a:cubicBezTo>
                <a:cubicBezTo>
                  <a:pt x="10783167" y="6336461"/>
                  <a:pt x="10793796" y="6333581"/>
                  <a:pt x="10802756" y="6331644"/>
                </a:cubicBezTo>
                <a:cubicBezTo>
                  <a:pt x="10772511" y="6303470"/>
                  <a:pt x="10767775" y="6295989"/>
                  <a:pt x="10767775" y="6287567"/>
                </a:cubicBezTo>
                <a:cubicBezTo>
                  <a:pt x="10767855" y="6281378"/>
                  <a:pt x="10772134" y="6277341"/>
                  <a:pt x="10780556" y="6276104"/>
                </a:cubicBezTo>
                <a:cubicBezTo>
                  <a:pt x="10778385" y="6269368"/>
                  <a:pt x="10776983" y="6262407"/>
                  <a:pt x="10776385" y="6255357"/>
                </a:cubicBezTo>
                <a:close/>
                <a:moveTo>
                  <a:pt x="10676149" y="6246530"/>
                </a:moveTo>
                <a:cubicBezTo>
                  <a:pt x="10647437" y="6265609"/>
                  <a:pt x="10633525" y="6291065"/>
                  <a:pt x="10633525" y="6324217"/>
                </a:cubicBezTo>
                <a:cubicBezTo>
                  <a:pt x="10633525" y="6347708"/>
                  <a:pt x="10646980" y="6373945"/>
                  <a:pt x="10670982" y="6398082"/>
                </a:cubicBezTo>
                <a:cubicBezTo>
                  <a:pt x="10704484" y="6431611"/>
                  <a:pt x="10766537" y="6467400"/>
                  <a:pt x="10840241" y="6467400"/>
                </a:cubicBezTo>
                <a:cubicBezTo>
                  <a:pt x="10862807" y="6467516"/>
                  <a:pt x="10885147" y="6462933"/>
                  <a:pt x="10905845" y="6453945"/>
                </a:cubicBezTo>
                <a:lnTo>
                  <a:pt x="10908724" y="6452681"/>
                </a:lnTo>
                <a:lnTo>
                  <a:pt x="10906491" y="6450474"/>
                </a:lnTo>
                <a:cubicBezTo>
                  <a:pt x="10900086" y="6444473"/>
                  <a:pt x="10894140" y="6438284"/>
                  <a:pt x="10888650" y="6432553"/>
                </a:cubicBezTo>
                <a:lnTo>
                  <a:pt x="10887708" y="6431557"/>
                </a:lnTo>
                <a:lnTo>
                  <a:pt x="10886417" y="6432041"/>
                </a:lnTo>
                <a:cubicBezTo>
                  <a:pt x="10871557" y="6437350"/>
                  <a:pt x="10855886" y="6440020"/>
                  <a:pt x="10840106" y="6439926"/>
                </a:cubicBezTo>
                <a:cubicBezTo>
                  <a:pt x="10786288" y="6439926"/>
                  <a:pt x="10727545" y="6415896"/>
                  <a:pt x="10690357" y="6378707"/>
                </a:cubicBezTo>
                <a:cubicBezTo>
                  <a:pt x="10671709" y="6360033"/>
                  <a:pt x="10660999" y="6340227"/>
                  <a:pt x="10660999" y="6324324"/>
                </a:cubicBezTo>
                <a:cubicBezTo>
                  <a:pt x="10660999" y="6302635"/>
                  <a:pt x="10669072" y="6286329"/>
                  <a:pt x="10686294" y="6273197"/>
                </a:cubicBezTo>
                <a:cubicBezTo>
                  <a:pt x="10682957" y="6265420"/>
                  <a:pt x="10679405" y="6256352"/>
                  <a:pt x="10676149" y="6246530"/>
                </a:cubicBezTo>
                <a:close/>
                <a:moveTo>
                  <a:pt x="11267907" y="6227640"/>
                </a:moveTo>
                <a:lnTo>
                  <a:pt x="11214869" y="6297281"/>
                </a:lnTo>
                <a:lnTo>
                  <a:pt x="11270625" y="6381210"/>
                </a:lnTo>
                <a:lnTo>
                  <a:pt x="11328237" y="6381210"/>
                </a:lnTo>
                <a:lnTo>
                  <a:pt x="11267853" y="6295532"/>
                </a:lnTo>
                <a:lnTo>
                  <a:pt x="11323232" y="6227640"/>
                </a:lnTo>
                <a:close/>
                <a:moveTo>
                  <a:pt x="11633951" y="6221962"/>
                </a:moveTo>
                <a:cubicBezTo>
                  <a:pt x="11608361" y="6221758"/>
                  <a:pt x="11582975" y="6226521"/>
                  <a:pt x="11559198" y="6235982"/>
                </a:cubicBezTo>
                <a:lnTo>
                  <a:pt x="11559198" y="6381291"/>
                </a:lnTo>
                <a:lnTo>
                  <a:pt x="11607957" y="6381291"/>
                </a:lnTo>
                <a:lnTo>
                  <a:pt x="11607957" y="6264586"/>
                </a:lnTo>
                <a:cubicBezTo>
                  <a:pt x="11615844" y="6261285"/>
                  <a:pt x="11624326" y="6259638"/>
                  <a:pt x="11632875" y="6259743"/>
                </a:cubicBezTo>
                <a:cubicBezTo>
                  <a:pt x="11659273" y="6259743"/>
                  <a:pt x="11664305" y="6275888"/>
                  <a:pt x="11664305" y="6305488"/>
                </a:cubicBezTo>
                <a:lnTo>
                  <a:pt x="11664305" y="6381210"/>
                </a:lnTo>
                <a:lnTo>
                  <a:pt x="11713064" y="6381210"/>
                </a:lnTo>
                <a:lnTo>
                  <a:pt x="11713064" y="6298277"/>
                </a:lnTo>
                <a:cubicBezTo>
                  <a:pt x="11712957" y="6251858"/>
                  <a:pt x="11697484" y="6221962"/>
                  <a:pt x="11633951" y="6221962"/>
                </a:cubicBezTo>
                <a:close/>
                <a:moveTo>
                  <a:pt x="11432160" y="6221962"/>
                </a:moveTo>
                <a:cubicBezTo>
                  <a:pt x="11407218" y="6222056"/>
                  <a:pt x="11382513" y="6226811"/>
                  <a:pt x="11359317" y="6235982"/>
                </a:cubicBezTo>
                <a:lnTo>
                  <a:pt x="11359317" y="6440921"/>
                </a:lnTo>
                <a:lnTo>
                  <a:pt x="11407915" y="6440921"/>
                </a:lnTo>
                <a:lnTo>
                  <a:pt x="11407915" y="6382421"/>
                </a:lnTo>
                <a:cubicBezTo>
                  <a:pt x="11417032" y="6384076"/>
                  <a:pt x="11426286" y="6384851"/>
                  <a:pt x="11435550" y="6384735"/>
                </a:cubicBezTo>
                <a:cubicBezTo>
                  <a:pt x="11489153" y="6384735"/>
                  <a:pt x="11517327" y="6354059"/>
                  <a:pt x="11517327" y="6302689"/>
                </a:cubicBezTo>
                <a:cubicBezTo>
                  <a:pt x="11517327" y="6250916"/>
                  <a:pt x="11489611" y="6221962"/>
                  <a:pt x="11432160" y="6221962"/>
                </a:cubicBezTo>
                <a:close/>
                <a:moveTo>
                  <a:pt x="10897503" y="6214105"/>
                </a:moveTo>
                <a:cubicBezTo>
                  <a:pt x="10890883" y="6214046"/>
                  <a:pt x="10884285" y="6214877"/>
                  <a:pt x="10877886" y="6216581"/>
                </a:cubicBezTo>
                <a:lnTo>
                  <a:pt x="10877886" y="6240557"/>
                </a:lnTo>
                <a:cubicBezTo>
                  <a:pt x="10879420" y="6240449"/>
                  <a:pt x="10881088" y="6240422"/>
                  <a:pt x="10882891" y="6240530"/>
                </a:cubicBezTo>
                <a:cubicBezTo>
                  <a:pt x="10897207" y="6240530"/>
                  <a:pt x="10904230" y="6246746"/>
                  <a:pt x="10904230" y="6258962"/>
                </a:cubicBezTo>
                <a:cubicBezTo>
                  <a:pt x="10904230" y="6269457"/>
                  <a:pt x="10898821" y="6283826"/>
                  <a:pt x="10876729" y="6324836"/>
                </a:cubicBezTo>
                <a:cubicBezTo>
                  <a:pt x="10886973" y="6325129"/>
                  <a:pt x="10897196" y="6325966"/>
                  <a:pt x="10907352" y="6327338"/>
                </a:cubicBezTo>
                <a:cubicBezTo>
                  <a:pt x="10932700" y="6288024"/>
                  <a:pt x="10939454" y="6270614"/>
                  <a:pt x="10939454" y="6252316"/>
                </a:cubicBezTo>
                <a:cubicBezTo>
                  <a:pt x="10939454" y="6233130"/>
                  <a:pt x="10925596" y="6214105"/>
                  <a:pt x="10897503" y="6214105"/>
                </a:cubicBezTo>
                <a:close/>
                <a:moveTo>
                  <a:pt x="10837603" y="6214105"/>
                </a:moveTo>
                <a:cubicBezTo>
                  <a:pt x="10809483" y="6214105"/>
                  <a:pt x="10795652" y="6233130"/>
                  <a:pt x="10795652" y="6252316"/>
                </a:cubicBezTo>
                <a:cubicBezTo>
                  <a:pt x="10795652" y="6270614"/>
                  <a:pt x="10802379" y="6288024"/>
                  <a:pt x="10827755" y="6327338"/>
                </a:cubicBezTo>
                <a:cubicBezTo>
                  <a:pt x="10837902" y="6325966"/>
                  <a:pt x="10848114" y="6325132"/>
                  <a:pt x="10858350" y="6324836"/>
                </a:cubicBezTo>
                <a:cubicBezTo>
                  <a:pt x="10836258" y="6283826"/>
                  <a:pt x="10830876" y="6269457"/>
                  <a:pt x="10830876" y="6258962"/>
                </a:cubicBezTo>
                <a:cubicBezTo>
                  <a:pt x="10830876" y="6246746"/>
                  <a:pt x="10837899" y="6240530"/>
                  <a:pt x="10852215" y="6240530"/>
                </a:cubicBezTo>
                <a:cubicBezTo>
                  <a:pt x="10854179" y="6240422"/>
                  <a:pt x="10855686" y="6240449"/>
                  <a:pt x="10857220" y="6240557"/>
                </a:cubicBezTo>
                <a:lnTo>
                  <a:pt x="10857220" y="6216581"/>
                </a:lnTo>
                <a:cubicBezTo>
                  <a:pt x="10850821" y="6214877"/>
                  <a:pt x="10844223" y="6214046"/>
                  <a:pt x="10837603" y="6214105"/>
                </a:cubicBezTo>
                <a:close/>
                <a:moveTo>
                  <a:pt x="10981971" y="6187869"/>
                </a:moveTo>
                <a:cubicBezTo>
                  <a:pt x="10973791" y="6187847"/>
                  <a:pt x="10965616" y="6188396"/>
                  <a:pt x="10957511" y="6189510"/>
                </a:cubicBezTo>
                <a:lnTo>
                  <a:pt x="10955062" y="6189833"/>
                </a:lnTo>
                <a:lnTo>
                  <a:pt x="10955735" y="6192201"/>
                </a:lnTo>
                <a:cubicBezTo>
                  <a:pt x="10957901" y="6199631"/>
                  <a:pt x="10959556" y="6207203"/>
                  <a:pt x="10960686" y="6214858"/>
                </a:cubicBezTo>
                <a:lnTo>
                  <a:pt x="10960982" y="6216904"/>
                </a:lnTo>
                <a:lnTo>
                  <a:pt x="10963054" y="6216661"/>
                </a:lnTo>
                <a:cubicBezTo>
                  <a:pt x="10969300" y="6215859"/>
                  <a:pt x="10975594" y="6215456"/>
                  <a:pt x="10981890" y="6215450"/>
                </a:cubicBezTo>
                <a:cubicBezTo>
                  <a:pt x="11017841" y="6215450"/>
                  <a:pt x="11038265" y="6228313"/>
                  <a:pt x="11049163" y="6239104"/>
                </a:cubicBezTo>
                <a:cubicBezTo>
                  <a:pt x="11060091" y="6249733"/>
                  <a:pt x="11066409" y="6264226"/>
                  <a:pt x="11066762" y="6279467"/>
                </a:cubicBezTo>
                <a:cubicBezTo>
                  <a:pt x="11066762" y="6298061"/>
                  <a:pt x="11056994" y="6321526"/>
                  <a:pt x="11047495" y="6344291"/>
                </a:cubicBezTo>
                <a:cubicBezTo>
                  <a:pt x="11040348" y="6361058"/>
                  <a:pt x="11034352" y="6378293"/>
                  <a:pt x="11029546" y="6395876"/>
                </a:cubicBezTo>
                <a:cubicBezTo>
                  <a:pt x="11020720" y="6431073"/>
                  <a:pt x="11005974" y="6490058"/>
                  <a:pt x="10970723" y="6490058"/>
                </a:cubicBezTo>
                <a:cubicBezTo>
                  <a:pt x="10959098" y="6490058"/>
                  <a:pt x="10945428" y="6483707"/>
                  <a:pt x="10929068" y="6470818"/>
                </a:cubicBezTo>
                <a:cubicBezTo>
                  <a:pt x="10920091" y="6475855"/>
                  <a:pt x="10910646" y="6480010"/>
                  <a:pt x="10900867" y="6483223"/>
                </a:cubicBezTo>
                <a:cubicBezTo>
                  <a:pt x="10927211" y="6506688"/>
                  <a:pt x="10949303" y="6517667"/>
                  <a:pt x="10970831" y="6517667"/>
                </a:cubicBezTo>
                <a:cubicBezTo>
                  <a:pt x="11027959" y="6517667"/>
                  <a:pt x="11046472" y="6442832"/>
                  <a:pt x="11056428" y="6402630"/>
                </a:cubicBezTo>
                <a:cubicBezTo>
                  <a:pt x="11060831" y="6386377"/>
                  <a:pt x="11066387" y="6370460"/>
                  <a:pt x="11073058" y="6355001"/>
                </a:cubicBezTo>
                <a:cubicBezTo>
                  <a:pt x="11083580" y="6329760"/>
                  <a:pt x="11094586" y="6303685"/>
                  <a:pt x="11094586" y="6279656"/>
                </a:cubicBezTo>
                <a:cubicBezTo>
                  <a:pt x="11094201" y="6256998"/>
                  <a:pt x="11084877" y="6235409"/>
                  <a:pt x="11068645" y="6219594"/>
                </a:cubicBezTo>
                <a:cubicBezTo>
                  <a:pt x="11054168" y="6205117"/>
                  <a:pt x="11027394" y="6187869"/>
                  <a:pt x="10981971" y="6187869"/>
                </a:cubicBezTo>
                <a:close/>
                <a:moveTo>
                  <a:pt x="11166163" y="6167902"/>
                </a:moveTo>
                <a:lnTo>
                  <a:pt x="11166163" y="6381183"/>
                </a:lnTo>
                <a:lnTo>
                  <a:pt x="11214761" y="6381183"/>
                </a:lnTo>
                <a:lnTo>
                  <a:pt x="11214761" y="6167902"/>
                </a:lnTo>
                <a:close/>
                <a:moveTo>
                  <a:pt x="10867563" y="6150781"/>
                </a:moveTo>
                <a:lnTo>
                  <a:pt x="10842598" y="6175745"/>
                </a:lnTo>
                <a:lnTo>
                  <a:pt x="10867563" y="6200710"/>
                </a:lnTo>
                <a:lnTo>
                  <a:pt x="10892527" y="6175745"/>
                </a:lnTo>
                <a:close/>
                <a:moveTo>
                  <a:pt x="10786126" y="6025580"/>
                </a:moveTo>
                <a:cubicBezTo>
                  <a:pt x="10713229" y="6025580"/>
                  <a:pt x="10687262" y="6099741"/>
                  <a:pt x="10687262" y="6169140"/>
                </a:cubicBezTo>
                <a:cubicBezTo>
                  <a:pt x="10687262" y="6201431"/>
                  <a:pt x="10698214" y="6235229"/>
                  <a:pt x="10707417" y="6257940"/>
                </a:cubicBezTo>
                <a:lnTo>
                  <a:pt x="10708251" y="6260012"/>
                </a:lnTo>
                <a:lnTo>
                  <a:pt x="10710269" y="6259070"/>
                </a:lnTo>
                <a:cubicBezTo>
                  <a:pt x="10716701" y="6256137"/>
                  <a:pt x="10723724" y="6253339"/>
                  <a:pt x="10731797" y="6250513"/>
                </a:cubicBezTo>
                <a:lnTo>
                  <a:pt x="10733895" y="6249760"/>
                </a:lnTo>
                <a:lnTo>
                  <a:pt x="10733061" y="6247688"/>
                </a:lnTo>
                <a:cubicBezTo>
                  <a:pt x="10721517" y="6219137"/>
                  <a:pt x="10714898" y="6190479"/>
                  <a:pt x="10714898" y="6169086"/>
                </a:cubicBezTo>
                <a:cubicBezTo>
                  <a:pt x="10714898" y="6124740"/>
                  <a:pt x="10725661" y="6088359"/>
                  <a:pt x="10744713" y="6069523"/>
                </a:cubicBezTo>
                <a:cubicBezTo>
                  <a:pt x="10755719" y="6058490"/>
                  <a:pt x="10769281" y="6053162"/>
                  <a:pt x="10786153" y="6053162"/>
                </a:cubicBezTo>
                <a:cubicBezTo>
                  <a:pt x="10829396" y="6053162"/>
                  <a:pt x="10910688" y="6093310"/>
                  <a:pt x="10945670" y="6165938"/>
                </a:cubicBezTo>
                <a:lnTo>
                  <a:pt x="10948038" y="6165507"/>
                </a:lnTo>
                <a:cubicBezTo>
                  <a:pt x="10956095" y="6164060"/>
                  <a:pt x="10964240" y="6163161"/>
                  <a:pt x="10972418" y="6162816"/>
                </a:cubicBezTo>
                <a:cubicBezTo>
                  <a:pt x="10973252" y="6162816"/>
                  <a:pt x="10973978" y="6162816"/>
                  <a:pt x="10974813" y="6162816"/>
                </a:cubicBezTo>
                <a:cubicBezTo>
                  <a:pt x="10937301" y="6073182"/>
                  <a:pt x="10841236" y="6025580"/>
                  <a:pt x="10786126" y="6025580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7998"/>
                </a:lnTo>
                <a:lnTo>
                  <a:pt x="0" y="6857998"/>
                </a:lnTo>
                <a:close/>
              </a:path>
            </a:pathLst>
          </a:custGeom>
          <a:solidFill>
            <a:srgbClr val="1E1E1E"/>
          </a:solidFill>
        </p:spPr>
        <p:txBody>
          <a:bodyPr vert="horz" wrap="square" lIns="4284000" tIns="2844000" rIns="612000" bIns="0" rtlCol="0" anchor="t" anchorCtr="0">
            <a:noAutofit/>
          </a:bodyPr>
          <a:lstStyle>
            <a:lvl1pPr marL="0" indent="0" algn="r">
              <a:buNone/>
              <a:defRPr lang="en-GB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5F155-595D-4B0F-9BE5-C4274141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CE033D-D062-439D-8A62-78AE52521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>
                <a:solidFill>
                  <a:schemeClr val="bg1"/>
                </a:solidFill>
              </a:defRPr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footer" descr="{&quot;templafy&quot;:{&quot;id&quot;:&quot;772b895b-a014-4922-b8bc-63d8ab50380e&quot;}}" title="Form.Footer">
            <a:extLst>
              <a:ext uri="{FF2B5EF4-FFF2-40B4-BE49-F238E27FC236}">
                <a16:creationId xmlns:a16="http://schemas.microsoft.com/office/drawing/2014/main" id="{D9975C9E-2342-4DDD-AA86-C2B4163DA04F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7467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bleed shape comb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0347D44-B62F-4308-9037-F6025E3FA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12190413 w 12191999"/>
              <a:gd name="connsiteY3" fmla="*/ 6858000 h 6858000"/>
              <a:gd name="connsiteX4" fmla="*/ 12190413 w 12191999"/>
              <a:gd name="connsiteY4" fmla="*/ 5459009 h 6858000"/>
              <a:gd name="connsiteX5" fmla="*/ 12154070 w 12191999"/>
              <a:gd name="connsiteY5" fmla="*/ 5432105 h 6858000"/>
              <a:gd name="connsiteX6" fmla="*/ 11656322 w 12191999"/>
              <a:gd name="connsiteY6" fmla="*/ 5335569 h 6858000"/>
              <a:gd name="connsiteX7" fmla="*/ 11443002 w 12191999"/>
              <a:gd name="connsiteY7" fmla="*/ 5345064 h 6858000"/>
              <a:gd name="connsiteX8" fmla="*/ 10761957 w 12191999"/>
              <a:gd name="connsiteY8" fmla="*/ 5628344 h 6858000"/>
              <a:gd name="connsiteX9" fmla="*/ 10709812 w 12191999"/>
              <a:gd name="connsiteY9" fmla="*/ 5652083 h 6858000"/>
              <a:gd name="connsiteX10" fmla="*/ 10256309 w 12191999"/>
              <a:gd name="connsiteY10" fmla="*/ 5824583 h 6858000"/>
              <a:gd name="connsiteX11" fmla="*/ 9859691 w 12191999"/>
              <a:gd name="connsiteY11" fmla="*/ 6003413 h 6858000"/>
              <a:gd name="connsiteX12" fmla="*/ 9671654 w 12191999"/>
              <a:gd name="connsiteY12" fmla="*/ 6063551 h 6858000"/>
              <a:gd name="connsiteX13" fmla="*/ 9293998 w 12191999"/>
              <a:gd name="connsiteY13" fmla="*/ 6302519 h 6858000"/>
              <a:gd name="connsiteX14" fmla="*/ 9126502 w 12191999"/>
              <a:gd name="connsiteY14" fmla="*/ 6671258 h 6858000"/>
              <a:gd name="connsiteX15" fmla="*/ 9121761 w 12191999"/>
              <a:gd name="connsiteY15" fmla="*/ 6744056 h 6858000"/>
              <a:gd name="connsiteX16" fmla="*/ 9121761 w 12191999"/>
              <a:gd name="connsiteY16" fmla="*/ 6769377 h 6858000"/>
              <a:gd name="connsiteX17" fmla="*/ 9124329 w 12191999"/>
              <a:gd name="connsiteY17" fmla="*/ 6813096 h 6858000"/>
              <a:gd name="connsiteX18" fmla="*/ 9128082 w 12191999"/>
              <a:gd name="connsiteY18" fmla="*/ 6858000 h 6858000"/>
              <a:gd name="connsiteX19" fmla="*/ 0 w 1219199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12190413" y="6858000"/>
                </a:lnTo>
                <a:lnTo>
                  <a:pt x="12190413" y="5459009"/>
                </a:lnTo>
                <a:cubicBezTo>
                  <a:pt x="12184092" y="5443183"/>
                  <a:pt x="12168291" y="5438436"/>
                  <a:pt x="12154070" y="5432105"/>
                </a:cubicBezTo>
                <a:cubicBezTo>
                  <a:pt x="11996054" y="5359307"/>
                  <a:pt x="11830139" y="5329238"/>
                  <a:pt x="11656322" y="5335569"/>
                </a:cubicBezTo>
                <a:cubicBezTo>
                  <a:pt x="11585216" y="5335569"/>
                  <a:pt x="11514109" y="5333986"/>
                  <a:pt x="11443002" y="5345064"/>
                </a:cubicBezTo>
                <a:cubicBezTo>
                  <a:pt x="11194918" y="5387793"/>
                  <a:pt x="10965797" y="5481165"/>
                  <a:pt x="10761957" y="5628344"/>
                </a:cubicBezTo>
                <a:cubicBezTo>
                  <a:pt x="10746156" y="5639422"/>
                  <a:pt x="10730354" y="5648917"/>
                  <a:pt x="10709812" y="5652083"/>
                </a:cubicBezTo>
                <a:cubicBezTo>
                  <a:pt x="10545477" y="5675821"/>
                  <a:pt x="10396942" y="5740707"/>
                  <a:pt x="10256309" y="5824583"/>
                </a:cubicBezTo>
                <a:cubicBezTo>
                  <a:pt x="10129897" y="5898964"/>
                  <a:pt x="10000325" y="5962266"/>
                  <a:pt x="9859691" y="6003413"/>
                </a:cubicBezTo>
                <a:cubicBezTo>
                  <a:pt x="9796485" y="6022404"/>
                  <a:pt x="9734860" y="6044560"/>
                  <a:pt x="9671654" y="6063551"/>
                </a:cubicBezTo>
                <a:cubicBezTo>
                  <a:pt x="9523119" y="6109445"/>
                  <a:pt x="9396707" y="6186991"/>
                  <a:pt x="9293998" y="6302519"/>
                </a:cubicBezTo>
                <a:cubicBezTo>
                  <a:pt x="9200769" y="6406969"/>
                  <a:pt x="9135983" y="6527244"/>
                  <a:pt x="9126502" y="6671258"/>
                </a:cubicBezTo>
                <a:cubicBezTo>
                  <a:pt x="9124922" y="6694996"/>
                  <a:pt x="9129662" y="6720318"/>
                  <a:pt x="9121761" y="6744056"/>
                </a:cubicBezTo>
                <a:cubicBezTo>
                  <a:pt x="9121761" y="6751969"/>
                  <a:pt x="9121761" y="6759882"/>
                  <a:pt x="9121761" y="6769377"/>
                </a:cubicBezTo>
                <a:cubicBezTo>
                  <a:pt x="9125711" y="6783620"/>
                  <a:pt x="9124921" y="6798259"/>
                  <a:pt x="9124329" y="6813096"/>
                </a:cubicBezTo>
                <a:lnTo>
                  <a:pt x="912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4284000" tIns="2844000" rIns="612000">
            <a:noAutofit/>
          </a:bodyPr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5F155-595D-4B0F-9BE5-C4274141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E430478-E097-4F60-B31A-9202D233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>
                <a:solidFill>
                  <a:schemeClr val="bg1"/>
                </a:solidFill>
              </a:defRPr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footer" descr="{&quot;templafy&quot;:{&quot;id&quot;:&quot;9a9cb37d-1c11-443d-8dfc-e61ea32b49de&quot;}}" title="Form.Footer">
            <a:extLst>
              <a:ext uri="{FF2B5EF4-FFF2-40B4-BE49-F238E27FC236}">
                <a16:creationId xmlns:a16="http://schemas.microsoft.com/office/drawing/2014/main" id="{7BAEC1CF-20F1-49AF-91D0-6409D7C47089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537D5F2-127C-4DBA-B232-5B515FCD8974}"/>
              </a:ext>
            </a:extLst>
          </p:cNvPr>
          <p:cNvSpPr>
            <a:spLocks/>
          </p:cNvSpPr>
          <p:nvPr userDrawn="1"/>
        </p:nvSpPr>
        <p:spPr bwMode="auto">
          <a:xfrm>
            <a:off x="9113839" y="6769100"/>
            <a:ext cx="19050" cy="88900"/>
          </a:xfrm>
          <a:custGeom>
            <a:avLst/>
            <a:gdLst>
              <a:gd name="T0" fmla="*/ 5 w 12"/>
              <a:gd name="T1" fmla="*/ 0 h 56"/>
              <a:gd name="T2" fmla="*/ 9 w 12"/>
              <a:gd name="T3" fmla="*/ 56 h 56"/>
              <a:gd name="T4" fmla="*/ 5 w 12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56">
                <a:moveTo>
                  <a:pt x="5" y="0"/>
                </a:moveTo>
                <a:cubicBezTo>
                  <a:pt x="12" y="18"/>
                  <a:pt x="9" y="37"/>
                  <a:pt x="9" y="56"/>
                </a:cubicBezTo>
                <a:cubicBezTo>
                  <a:pt x="0" y="37"/>
                  <a:pt x="7" y="18"/>
                  <a:pt x="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4479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bleed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62FDB25-1FE0-4978-92CD-CDCB6C99C0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671" b="29365"/>
          <a:stretch>
            <a:fillRect/>
          </a:stretch>
        </p:blipFill>
        <p:spPr>
          <a:xfrm>
            <a:off x="8861711" y="5230369"/>
            <a:ext cx="3330289" cy="1627631"/>
          </a:xfrm>
          <a:custGeom>
            <a:avLst/>
            <a:gdLst>
              <a:gd name="connsiteX0" fmla="*/ 0 w 3330289"/>
              <a:gd name="connsiteY0" fmla="*/ 0 h 1627631"/>
              <a:gd name="connsiteX1" fmla="*/ 3330289 w 3330289"/>
              <a:gd name="connsiteY1" fmla="*/ 0 h 1627631"/>
              <a:gd name="connsiteX2" fmla="*/ 3330289 w 3330289"/>
              <a:gd name="connsiteY2" fmla="*/ 1627631 h 1627631"/>
              <a:gd name="connsiteX3" fmla="*/ 0 w 3330289"/>
              <a:gd name="connsiteY3" fmla="*/ 1627631 h 162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0289" h="1627631">
                <a:moveTo>
                  <a:pt x="0" y="0"/>
                </a:moveTo>
                <a:lnTo>
                  <a:pt x="3330289" y="0"/>
                </a:lnTo>
                <a:lnTo>
                  <a:pt x="3330289" y="1627631"/>
                </a:lnTo>
                <a:lnTo>
                  <a:pt x="0" y="1627631"/>
                </a:lnTo>
                <a:close/>
              </a:path>
            </a:pathLst>
          </a:cu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1C39114-276B-4FA4-9395-A9DD931333D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12190412 w 12192000"/>
              <a:gd name="connsiteY3" fmla="*/ 6857999 h 6857999"/>
              <a:gd name="connsiteX4" fmla="*/ 12190412 w 12192000"/>
              <a:gd name="connsiteY4" fmla="*/ 5989037 h 6857999"/>
              <a:gd name="connsiteX5" fmla="*/ 11425138 w 12192000"/>
              <a:gd name="connsiteY5" fmla="*/ 5552172 h 6857999"/>
              <a:gd name="connsiteX6" fmla="*/ 10302736 w 12192000"/>
              <a:gd name="connsiteY6" fmla="*/ 5925493 h 6857999"/>
              <a:gd name="connsiteX7" fmla="*/ 10013632 w 12192000"/>
              <a:gd name="connsiteY7" fmla="*/ 6182846 h 6857999"/>
              <a:gd name="connsiteX8" fmla="*/ 9628676 w 12192000"/>
              <a:gd name="connsiteY8" fmla="*/ 6448143 h 6857999"/>
              <a:gd name="connsiteX9" fmla="*/ 9305561 w 12192000"/>
              <a:gd name="connsiteY9" fmla="*/ 6710262 h 6857999"/>
              <a:gd name="connsiteX10" fmla="*/ 9250291 w 12192000"/>
              <a:gd name="connsiteY10" fmla="*/ 6783139 h 6857999"/>
              <a:gd name="connsiteX11" fmla="*/ 9198442 w 12192000"/>
              <a:gd name="connsiteY11" fmla="*/ 6857999 h 6857999"/>
              <a:gd name="connsiteX12" fmla="*/ 0 w 12192000"/>
              <a:gd name="connsiteY12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12190412" y="6857999"/>
                </a:lnTo>
                <a:lnTo>
                  <a:pt x="12190412" y="5989037"/>
                </a:lnTo>
                <a:cubicBezTo>
                  <a:pt x="12009529" y="5706266"/>
                  <a:pt x="11740524" y="5579178"/>
                  <a:pt x="11425138" y="5552172"/>
                </a:cubicBezTo>
                <a:cubicBezTo>
                  <a:pt x="11001532" y="5515634"/>
                  <a:pt x="10630490" y="5655431"/>
                  <a:pt x="10302736" y="5925493"/>
                </a:cubicBezTo>
                <a:cubicBezTo>
                  <a:pt x="10202245" y="6006512"/>
                  <a:pt x="10115669" y="6105005"/>
                  <a:pt x="10013632" y="6182846"/>
                </a:cubicBezTo>
                <a:cubicBezTo>
                  <a:pt x="9889952" y="6278162"/>
                  <a:pt x="9758541" y="6360770"/>
                  <a:pt x="9628676" y="6448143"/>
                </a:cubicBezTo>
                <a:cubicBezTo>
                  <a:pt x="9512726" y="6524396"/>
                  <a:pt x="9395229" y="6600648"/>
                  <a:pt x="9305561" y="6710262"/>
                </a:cubicBezTo>
                <a:cubicBezTo>
                  <a:pt x="9286236" y="6733297"/>
                  <a:pt x="9268070" y="6757920"/>
                  <a:pt x="9250291" y="6783139"/>
                </a:cubicBezTo>
                <a:lnTo>
                  <a:pt x="9198442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1E1E1E"/>
          </a:solidFill>
        </p:spPr>
        <p:txBody>
          <a:bodyPr vert="horz" wrap="square" lIns="4284000" tIns="2844000" rIns="612000" bIns="0" rtlCol="0" anchor="t" anchorCtr="0">
            <a:noAutofit/>
          </a:bodyPr>
          <a:lstStyle>
            <a:lvl1pPr marL="0" indent="0" algn="r">
              <a:buNone/>
              <a:defRPr lang="en-GB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5F155-595D-4B0F-9BE5-C4274141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1829921145" name="logo" descr="{&quot;templafy&quot;:{&quot;id&quot;:&quot;278b5865-34ba-4f38-bd03-2d4aec30aa84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200" y="5767200"/>
            <a:ext cx="1598400" cy="100983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C67441-85E1-4E13-AC14-86840B0DC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>
                <a:solidFill>
                  <a:schemeClr val="bg1"/>
                </a:solidFill>
              </a:defRPr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" descr="{&quot;templafy&quot;:{&quot;id&quot;:&quot;bffef53e-67af-4564-b7c0-4b6f3cd414a5&quot;}}" title="Form.Footer">
            <a:extLst>
              <a:ext uri="{FF2B5EF4-FFF2-40B4-BE49-F238E27FC236}">
                <a16:creationId xmlns:a16="http://schemas.microsoft.com/office/drawing/2014/main" id="{15872BF4-B205-43C6-86BF-AF0E5F679365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2586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FE5488E-E976-4073-874B-3422E11C4D6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35000" y="1982679"/>
            <a:ext cx="5302250" cy="190500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C2B0E95-B271-458C-BB0E-86F2A685689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254750" y="1982679"/>
            <a:ext cx="5302250" cy="190500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5EEBC1-75DD-43B7-8142-1214871D6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4098863"/>
            <a:ext cx="530365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71B4B6-824E-4B0C-A2BC-CEFB507415E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53350" y="4098863"/>
            <a:ext cx="530365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47E7149-F1EA-4A92-8874-8F051DB8B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8" name="footer" descr="{&quot;templafy&quot;:{&quot;id&quot;:&quot;b4d7bfa7-c66d-4be4-bc82-f06d35c5a108&quot;}}" title="Form.Footer">
            <a:extLst>
              <a:ext uri="{FF2B5EF4-FFF2-40B4-BE49-F238E27FC236}">
                <a16:creationId xmlns:a16="http://schemas.microsoft.com/office/drawing/2014/main" id="{B86EB5E2-2624-4CB8-9946-F03D7B2D623B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9169842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D9AB0663-F37E-458B-9656-99D8A7BF48F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5000" y="1982679"/>
            <a:ext cx="3429000" cy="190500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B9DEA92A-C126-4CD3-9EB8-D60482532F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379700" y="1982679"/>
            <a:ext cx="3429000" cy="190500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61B05D7-E2E7-4332-A8AA-A51ED6D59B91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8128900" y="1982679"/>
            <a:ext cx="3429000" cy="190500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150445-4268-441D-8AC2-B4D4D45EA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DD0AEE4-250E-45AD-99F8-5D298F53D88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38125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A0700A0-AD4F-4908-A1A3-729D61E539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812890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00D61DF-4538-4F70-A08B-AFE2C6ED1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22" name="footer" descr="{&quot;templafy&quot;:{&quot;id&quot;:&quot;16241893-57dc-49f7-82cf-3be0a5e177b5&quot;}}" title="Form.Footer">
            <a:extLst>
              <a:ext uri="{FF2B5EF4-FFF2-40B4-BE49-F238E27FC236}">
                <a16:creationId xmlns:a16="http://schemas.microsoft.com/office/drawing/2014/main" id="{265BF9F4-2D38-40EC-8A23-F2B3A01DEBBD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2074889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781E0EA-B9C2-4E72-A855-B8E5C37A4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C2FC7D6-0B64-435B-A627-7CA77107723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381250" y="1982679"/>
            <a:ext cx="3429000" cy="3448472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70D5369-E9C2-4437-8D32-20511CA64217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8128900" y="1982679"/>
            <a:ext cx="3429000" cy="3448472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6F3EE3F2-B177-4261-B22D-6C3AA57CF91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5000" y="1982679"/>
            <a:ext cx="3429000" cy="175895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792403-1116-4598-A700-CD05FC8AF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8" name="footer" descr="{&quot;templafy&quot;:{&quot;id&quot;:&quot;15024eab-1fd3-4c45-a030-dc67adaa4634&quot;}}" title="Form.Footer">
            <a:extLst>
              <a:ext uri="{FF2B5EF4-FFF2-40B4-BE49-F238E27FC236}">
                <a16:creationId xmlns:a16="http://schemas.microsoft.com/office/drawing/2014/main" id="{FAB12450-1C99-4AB7-877D-D7E1D694E306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2677387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s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12DFB8D-EFE5-4A1E-9CDA-E19553F82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4098863"/>
            <a:ext cx="10922400" cy="1332288"/>
          </a:xfrm>
        </p:spPr>
        <p:txBody>
          <a:bodyPr numCol="3" spcCol="31750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6584BAE-AE51-4346-A0C6-85CE2E7CC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cf806d49-8703-4ffe-b849-60641c616c5c&quot;}}" title="Form.Footer">
            <a:extLst>
              <a:ext uri="{FF2B5EF4-FFF2-40B4-BE49-F238E27FC236}">
                <a16:creationId xmlns:a16="http://schemas.microsoft.com/office/drawing/2014/main" id="{342EE3D2-D2A9-4A6A-83A0-8EC3BB2D6CF7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D9AB0663-F37E-458B-9656-99D8A7BF48F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5000" y="1982679"/>
            <a:ext cx="3429000" cy="1758950"/>
          </a:xfrm>
          <a:solidFill>
            <a:srgbClr val="1E1E1E"/>
          </a:solidFill>
        </p:spPr>
        <p:txBody>
          <a:bodyPr vert="horz" wrap="square" lIns="612000" tIns="252000" rIns="612000" bIns="0" rtlCol="0" anchor="t" anchorCtr="0">
            <a:noAutofit/>
          </a:bodyPr>
          <a:lstStyle>
            <a:lvl1pPr marL="0" indent="0">
              <a:buNone/>
              <a:defRPr lang="en-GB"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</p:spTree>
    <p:extLst>
      <p:ext uri="{BB962C8B-B14F-4D97-AF65-F5344CB8AC3E}">
        <p14:creationId xmlns:p14="http://schemas.microsoft.com/office/powerpoint/2010/main" val="26984510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D9AB0663-F37E-458B-9656-99D8A7BF48F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5000" y="1982679"/>
            <a:ext cx="1720850" cy="1720850"/>
          </a:xfrm>
          <a:prstGeom prst="roundRect">
            <a:avLst>
              <a:gd name="adj" fmla="val 8856"/>
            </a:avLst>
          </a:prstGeom>
          <a:solidFill>
            <a:schemeClr val="bg1"/>
          </a:solidFill>
          <a:effectLst>
            <a:outerShdw blurRad="152400" dir="10800000" sx="104000" sy="104000" algn="ctr" rotWithShape="0">
              <a:prstClr val="black">
                <a:alpha val="10000"/>
              </a:prstClr>
            </a:outerShdw>
          </a:effectLst>
        </p:spPr>
        <p:txBody>
          <a:bodyPr vert="horz" wrap="square" lIns="252000" tIns="252000" rIns="252000" bIns="0" rtlCol="0" anchor="t" anchorCtr="0">
            <a:noAutofit/>
          </a:bodyPr>
          <a:lstStyle>
            <a:lvl1pPr marL="0" indent="0">
              <a:buNone/>
              <a:defRPr lang="en-GB" sz="1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B9DEA92A-C126-4CD3-9EB8-D60482532F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379700" y="1982679"/>
            <a:ext cx="1720850" cy="1720850"/>
          </a:xfrm>
          <a:prstGeom prst="roundRect">
            <a:avLst>
              <a:gd name="adj" fmla="val 8856"/>
            </a:avLst>
          </a:prstGeom>
          <a:solidFill>
            <a:schemeClr val="bg1"/>
          </a:solidFill>
          <a:effectLst>
            <a:outerShdw blurRad="152400" dir="10800000" sx="104000" sy="104000" algn="ctr" rotWithShape="0">
              <a:prstClr val="black">
                <a:alpha val="10000"/>
              </a:prstClr>
            </a:outerShdw>
          </a:effectLst>
        </p:spPr>
        <p:txBody>
          <a:bodyPr vert="horz" wrap="square" lIns="252000" tIns="252000" rIns="252000" bIns="0" rtlCol="0" anchor="t" anchorCtr="0">
            <a:noAutofit/>
          </a:bodyPr>
          <a:lstStyle>
            <a:lvl1pPr marL="0" indent="0">
              <a:buNone/>
              <a:defRPr lang="en-GB" sz="1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61B05D7-E2E7-4332-A8AA-A51ED6D59B91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8128900" y="1982679"/>
            <a:ext cx="1720850" cy="1720850"/>
          </a:xfrm>
          <a:prstGeom prst="roundRect">
            <a:avLst>
              <a:gd name="adj" fmla="val 8856"/>
            </a:avLst>
          </a:prstGeom>
          <a:solidFill>
            <a:schemeClr val="bg1"/>
          </a:solidFill>
          <a:effectLst>
            <a:outerShdw blurRad="152400" dir="10800000" sx="104000" sy="104000" algn="ctr" rotWithShape="0">
              <a:prstClr val="black">
                <a:alpha val="10000"/>
              </a:prstClr>
            </a:outerShdw>
          </a:effectLst>
        </p:spPr>
        <p:txBody>
          <a:bodyPr vert="horz" wrap="square" lIns="252000" tIns="252000" rIns="252000" bIns="0" rtlCol="0" anchor="t" anchorCtr="0">
            <a:noAutofit/>
          </a:bodyPr>
          <a:lstStyle>
            <a:lvl1pPr marL="0" indent="0">
              <a:buNone/>
              <a:defRPr lang="en-GB" sz="1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Select this placeholder and then choose an image from the “Images” library in Templafy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B39B297-875A-4640-AB05-7A1A3CCC5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0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9DEF7A4-55A6-4C32-B359-9704BE034571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38125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2C0F456-CAF2-4490-AC73-C6CFAB35A80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8128900" y="4098863"/>
            <a:ext cx="3429000" cy="1332288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617232D-70D9-4C7E-B082-B1FDA138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22" name="footer" descr="{&quot;templafy&quot;:{&quot;id&quot;:&quot;4a9d058c-cb42-4069-bbfd-16526d2d42a1&quot;}}" title="Form.Footer">
            <a:extLst>
              <a:ext uri="{FF2B5EF4-FFF2-40B4-BE49-F238E27FC236}">
                <a16:creationId xmlns:a16="http://schemas.microsoft.com/office/drawing/2014/main" id="{7A8B508D-73AB-47C9-B724-AF1B8B05FE1D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0679844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and 2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71769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CF20FF5-9A00-4B97-B9F5-947B0D808E7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128000" y="510375"/>
            <a:ext cx="3564000" cy="250304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38AC1843-70B3-475F-BC09-CED85F42010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128000" y="3061039"/>
            <a:ext cx="3564000" cy="250304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EC29998-046B-4C9F-BB81-89C60590BBB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3600" y="1972799"/>
            <a:ext cx="7176900" cy="3837451"/>
          </a:xfrm>
        </p:spPr>
        <p:txBody>
          <a:bodyPr numCol="2" spcCol="31750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32BE87-48A6-4E18-99E2-99F994F65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0" name="footer" descr="{&quot;templafy&quot;:{&quot;id&quot;:&quot;7e67d949-2b17-4413-9237-57880fc45891&quot;}}" title="Form.Footer">
            <a:extLst>
              <a:ext uri="{FF2B5EF4-FFF2-40B4-BE49-F238E27FC236}">
                <a16:creationId xmlns:a16="http://schemas.microsoft.com/office/drawing/2014/main" id="{559419F0-9B1E-41B7-AAE4-53A7683EEC06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5654205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 and 1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530365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CF20FF5-9A00-4B97-B9F5-947B0D808E7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00625" y="1085850"/>
            <a:ext cx="6557775" cy="493602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AA6D98-65D8-4BFA-B9B3-81042B26D24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33600" y="1981800"/>
            <a:ext cx="3427124" cy="4040079"/>
          </a:xfrm>
        </p:spPr>
        <p:txBody>
          <a:bodyPr numCol="1" spcCol="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4A99486-2EF2-489F-9B84-0FDDA6BCD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9" name="footer" descr="{&quot;templafy&quot;:{&quot;id&quot;:&quot;01f02e4f-328c-430f-ac2b-287a91e2d337&quot;}}" title="Form.Footer">
            <a:extLst>
              <a:ext uri="{FF2B5EF4-FFF2-40B4-BE49-F238E27FC236}">
                <a16:creationId xmlns:a16="http://schemas.microsoft.com/office/drawing/2014/main" id="{9ECCE39B-63DF-4511-936D-7C6C58030434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3257801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 and 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340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CF20FF5-9A00-4B97-B9F5-947B0D808E7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35000" y="1222894"/>
            <a:ext cx="3430800" cy="24765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38AC1843-70B3-475F-BC09-CED85F42010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81500" y="1222891"/>
            <a:ext cx="3430800" cy="24765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2" name="Chart Placeholder 4">
            <a:extLst>
              <a:ext uri="{FF2B5EF4-FFF2-40B4-BE49-F238E27FC236}">
                <a16:creationId xmlns:a16="http://schemas.microsoft.com/office/drawing/2014/main" id="{AF80FB60-7769-42D3-81E8-095947C1B44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128000" y="1222890"/>
            <a:ext cx="3430800" cy="24765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8F12CDC-FE32-4C14-AD6E-F7A84397E267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33600" y="4141999"/>
            <a:ext cx="10923400" cy="1641476"/>
          </a:xfrm>
        </p:spPr>
        <p:txBody>
          <a:bodyPr numCol="3" spcCol="316800"/>
          <a:lstStyle>
            <a:lvl1pPr>
              <a:defRPr sz="1800"/>
            </a:lvl1pPr>
            <a:lvl2pPr marL="0" indent="0">
              <a:defRPr sz="1800"/>
            </a:lvl2pPr>
            <a:lvl3pPr marL="162000" indent="-162000">
              <a:defRPr sz="1800"/>
            </a:lvl3pPr>
            <a:lvl4pPr marL="324000" indent="-162000">
              <a:defRPr sz="1800"/>
            </a:lvl4pPr>
            <a:lvl5pPr marL="486000" indent="-162000">
              <a:defRPr sz="1800"/>
            </a:lvl5pPr>
            <a:lvl6pPr marL="648000" indent="-162000">
              <a:defRPr sz="18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B83418C-5F64-4A88-B64B-B3BB30D59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7" name="footer" descr="{&quot;templafy&quot;:{&quot;id&quot;:&quot;2c671a34-4428-421e-b3c7-d8bb5ada7739&quot;}}" title="Form.Footer">
            <a:extLst>
              <a:ext uri="{FF2B5EF4-FFF2-40B4-BE49-F238E27FC236}">
                <a16:creationId xmlns:a16="http://schemas.microsoft.com/office/drawing/2014/main" id="{3EFE113F-3FE2-4B07-B3C6-E7425C809CC9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0215472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hort and 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E941-616B-4962-8C28-E727B416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5303650" cy="105157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CF20FF5-9A00-4B97-B9F5-947B0D808E7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35000" y="2562480"/>
            <a:ext cx="2651126" cy="263424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38AC1843-70B3-475F-BC09-CED85F42010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444874" y="2562480"/>
            <a:ext cx="2651126" cy="263424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2" name="Chart Placeholder 4">
            <a:extLst>
              <a:ext uri="{FF2B5EF4-FFF2-40B4-BE49-F238E27FC236}">
                <a16:creationId xmlns:a16="http://schemas.microsoft.com/office/drawing/2014/main" id="{AF80FB60-7769-42D3-81E8-095947C1B44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54752" y="777875"/>
            <a:ext cx="5778000" cy="500421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4F52672-CCC6-49BF-9E79-FB029427CB88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33600" y="1522801"/>
            <a:ext cx="3427124" cy="946800"/>
          </a:xfrm>
        </p:spPr>
        <p:txBody>
          <a:bodyPr numCol="1" spcCol="0"/>
          <a:lstStyle>
            <a:lvl1pPr>
              <a:defRPr sz="1600"/>
            </a:lvl1pPr>
            <a:lvl2pPr marL="0" indent="0">
              <a:defRPr sz="1600"/>
            </a:lvl2pPr>
            <a:lvl3pPr marL="162000" indent="-162000">
              <a:defRPr sz="1600"/>
            </a:lvl3pPr>
            <a:lvl4pPr marL="324000" indent="-162000">
              <a:defRPr sz="1600"/>
            </a:lvl4pPr>
            <a:lvl5pPr marL="486000" indent="-162000">
              <a:defRPr sz="1600"/>
            </a:lvl5pPr>
            <a:lvl6pPr marL="648000" indent="-162000">
              <a:defRPr sz="16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E292166-4F88-4238-8FEB-B7222FBB3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17" name="footer" descr="{&quot;templafy&quot;:{&quot;id&quot;:&quot;6309a1e2-6098-4737-be3b-1da3a2e75481&quot;}}" title="Form.Footer">
            <a:extLst>
              <a:ext uri="{FF2B5EF4-FFF2-40B4-BE49-F238E27FC236}">
                <a16:creationId xmlns:a16="http://schemas.microsoft.com/office/drawing/2014/main" id="{42CEFC6D-C1DC-4835-AFE7-5936B2FB50EC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141909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E5F6-C2B4-49A0-8105-6AD514D4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05658-AFC8-416C-885F-AD637E772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7" name="footer" descr="{&quot;templafy&quot;:{&quot;id&quot;:&quot;4b0a3238-8013-4d27-a889-bfa8d5b6da52&quot;}}" title="Form.Footer">
            <a:extLst>
              <a:ext uri="{FF2B5EF4-FFF2-40B4-BE49-F238E27FC236}">
                <a16:creationId xmlns:a16="http://schemas.microsoft.com/office/drawing/2014/main" id="{782DE1EC-8B25-4D58-9CEC-C2AC65D7FB15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065938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17A39CA-F7DF-472D-8D97-086F93FB2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82756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6" name="footer" descr="{&quot;templafy&quot;:{&quot;id&quot;:&quot;9ac06466-67e4-48dd-b4b6-280b635d12f0&quot;}}" title="Form.Footer">
            <a:extLst>
              <a:ext uri="{FF2B5EF4-FFF2-40B4-BE49-F238E27FC236}">
                <a16:creationId xmlns:a16="http://schemas.microsoft.com/office/drawing/2014/main" id="{D82B6D3E-3856-4602-92FC-65EA9A087DDD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3122970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960C746-240C-4D8D-9994-AD3E7D9E2A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1474050183" name="image" descr="{&quot;templafy&quot;:{&quot;id&quot;:&quot;b7a9e309-4e45-4d8c-81dd-243557a588f4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33" y="2321169"/>
            <a:ext cx="9856800" cy="672473"/>
          </a:xfrm>
          <a:prstGeom prst="rect">
            <a:avLst/>
          </a:prstGeom>
        </p:spPr>
      </p:pic>
      <p:pic>
        <p:nvPicPr>
          <p:cNvPr id="1538804257" name="logo" descr="{&quot;templafy&quot;:{&quot;id&quot;:&quot;a7a5a888-773f-424c-8e4d-98af0fde2dec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407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96D7C6-A24B-4C0F-8889-D8DCAAF3C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5AC1E-EF59-4517-B810-DC83DB04AC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2921000"/>
            <a:ext cx="10922001" cy="894476"/>
          </a:xfrm>
        </p:spPr>
        <p:txBody>
          <a:bodyPr anchor="b" anchorCtr="0">
            <a:noAutofit/>
          </a:bodyPr>
          <a:lstStyle>
            <a:lvl1pPr>
              <a:lnSpc>
                <a:spcPct val="70000"/>
              </a:lnSpc>
              <a:defRPr sz="7500"/>
            </a:lvl1pPr>
          </a:lstStyle>
          <a:p>
            <a:r>
              <a:rPr lang="en-GB"/>
              <a:t>Click </a:t>
            </a:r>
            <a:r>
              <a:rPr lang="en-GB" err="1"/>
              <a:t>to</a:t>
            </a:r>
            <a:r>
              <a:rPr lang="en-GB"/>
              <a:t> </a:t>
            </a:r>
            <a:r>
              <a:rPr lang="en-GB" err="1"/>
              <a:t>edit</a:t>
            </a:r>
            <a:r>
              <a:rPr lang="en-GB"/>
              <a:t> </a:t>
            </a:r>
            <a:r>
              <a:rPr lang="en-GB" err="1"/>
              <a:t>title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0063-D181-428E-A7D8-64A8C79A3A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4999" y="3858011"/>
            <a:ext cx="6238875" cy="537070"/>
          </a:xfrm>
        </p:spPr>
        <p:txBody>
          <a:bodyPr>
            <a:noAutofit/>
          </a:bodyPr>
          <a:lstStyle>
            <a:lvl1pPr marL="0" indent="0">
              <a:lnSpc>
                <a:spcPct val="83000"/>
              </a:lnSpc>
              <a:buNone/>
              <a:defRPr sz="40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</a:t>
            </a:r>
            <a:r>
              <a:rPr lang="en-GB" err="1"/>
              <a:t>to</a:t>
            </a:r>
            <a:r>
              <a:rPr lang="en-GB"/>
              <a:t> </a:t>
            </a:r>
            <a:r>
              <a:rPr lang="en-GB" err="1"/>
              <a:t>edit</a:t>
            </a:r>
            <a:r>
              <a:rPr lang="en-GB"/>
              <a:t> </a:t>
            </a:r>
            <a:r>
              <a:rPr lang="en-GB" err="1"/>
              <a:t>subtitle</a:t>
            </a:r>
            <a:endParaRPr lang="en-GB"/>
          </a:p>
        </p:txBody>
      </p:sp>
      <p:pic>
        <p:nvPicPr>
          <p:cNvPr id="1728735440" name="pay_off" descr="{&quot;templafy&quot;:{&quot;id&quot;:&quot;550723eb-b1e3-44a7-a15d-b67acbc5aa9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043634"/>
            <a:ext cx="3700800" cy="252484"/>
          </a:xfrm>
          <a:prstGeom prst="rect">
            <a:avLst/>
          </a:prstGeom>
        </p:spPr>
      </p:pic>
      <p:pic>
        <p:nvPicPr>
          <p:cNvPr id="631567593" name="logo" descr="{&quot;templafy&quot;:{&quot;id&quot;:&quot;2c42136f-7277-44d5-a95d-9b39dd29dd2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000" y="5313599"/>
            <a:ext cx="2520000" cy="159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46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 br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252DA-44F8-4413-9322-34D53AF1B8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2" y="1798319"/>
            <a:ext cx="10972797" cy="3878580"/>
          </a:xfrm>
        </p:spPr>
        <p:txBody>
          <a:bodyPr tIns="154800"/>
          <a:lstStyle>
            <a:lvl1pPr>
              <a:defRPr sz="1867"/>
            </a:lvl1pPr>
            <a:lvl2pPr>
              <a:defRPr sz="1867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4A851-2934-49C0-9DED-3DC5A13D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57539794-D65E-4D7D-B47F-DC6BF1294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2" y="6247698"/>
            <a:ext cx="333372" cy="17286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333" b="1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34BBB37-DC39-47F4-AAF9-21C4116BC7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" descr="{&quot;templafy&quot;:{&quot;id&quot;:&quot;630da315-09f4-4228-af0e-7bd0a43805f7&quot;}}">
            <a:extLst>
              <a:ext uri="{FF2B5EF4-FFF2-40B4-BE49-F238E27FC236}">
                <a16:creationId xmlns:a16="http://schemas.microsoft.com/office/drawing/2014/main" id="{D1C49C18-51FE-4646-A193-3623320020EE}"/>
              </a:ext>
            </a:extLst>
          </p:cNvPr>
          <p:cNvSpPr/>
          <p:nvPr userDrawn="1"/>
        </p:nvSpPr>
        <p:spPr>
          <a:xfrm>
            <a:off x="960049" y="6231540"/>
            <a:ext cx="7008000" cy="205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nl-NL" sz="1333" b="1" dirty="0">
                <a:solidFill>
                  <a:srgbClr val="009900"/>
                </a:solidFill>
              </a:rPr>
              <a:t>2021 - Data Services Hub</a:t>
            </a:r>
          </a:p>
        </p:txBody>
      </p:sp>
    </p:spTree>
    <p:extLst>
      <p:ext uri="{BB962C8B-B14F-4D97-AF65-F5344CB8AC3E}">
        <p14:creationId xmlns:p14="http://schemas.microsoft.com/office/powerpoint/2010/main" val="34617954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ard tek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62552" y="373181"/>
            <a:ext cx="11165349" cy="507600"/>
          </a:xfrm>
        </p:spPr>
        <p:txBody>
          <a:bodyPr bIns="0"/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58120" y="1671654"/>
            <a:ext cx="11161864" cy="4225380"/>
          </a:xfrm>
        </p:spPr>
        <p:txBody>
          <a:bodyPr tIns="36000"/>
          <a:lstStyle>
            <a:lvl1pPr marL="353475" indent="-353475">
              <a:buFont typeface="Symbol" panose="05050102010706020507" pitchFamily="18" charset="2"/>
              <a:buChar char=""/>
              <a:defRPr/>
            </a:lvl1pPr>
            <a:lvl2pPr marL="717533" indent="-364058">
              <a:buFont typeface="Symbol" panose="05050102010706020507" pitchFamily="18" charset="2"/>
              <a:buChar char=""/>
              <a:defRPr/>
            </a:lvl2pPr>
            <a:lvl3pPr marL="1079473" indent="-361942">
              <a:buFont typeface="Symbol" panose="05050102010706020507" pitchFamily="18" charset="2"/>
              <a:buChar char=""/>
              <a:tabLst/>
              <a:defRPr/>
            </a:lvl3pPr>
            <a:lvl4pPr marL="1435064" indent="-357708">
              <a:buFont typeface="Symbol" panose="05050102010706020507" pitchFamily="18" charset="2"/>
              <a:buChar char=""/>
              <a:defRPr/>
            </a:lvl4pPr>
            <a:lvl5pPr marL="1794888" indent="-359824">
              <a:buFont typeface="Symbol" panose="05050102010706020507" pitchFamily="18" charset="2"/>
              <a:buChar char=""/>
              <a:defRPr/>
            </a:lvl5pPr>
          </a:lstStyle>
          <a:p>
            <a:pPr lvl="0"/>
            <a:r>
              <a:rPr lang="nl-NL"/>
              <a:t>Klik </a:t>
            </a:r>
            <a:r>
              <a:rPr lang="nl-NL" dirty="0"/>
              <a:t>om de modelstijlen te bewerken</a:t>
            </a:r>
          </a:p>
          <a:p>
            <a:pPr lvl="1"/>
            <a:r>
              <a:rPr lang="nl-NL"/>
              <a:t>Tweede </a:t>
            </a:r>
            <a:r>
              <a:rPr lang="nl-NL" dirty="0"/>
              <a:t>niveau</a:t>
            </a:r>
          </a:p>
          <a:p>
            <a:pPr lvl="2"/>
            <a:r>
              <a:rPr lang="nl-NL"/>
              <a:t>Derde </a:t>
            </a:r>
            <a:r>
              <a:rPr lang="nl-NL" dirty="0"/>
              <a:t>niveau</a:t>
            </a:r>
          </a:p>
          <a:p>
            <a:pPr lvl="3"/>
            <a:r>
              <a:rPr lang="nl-NL"/>
              <a:t>Vierde </a:t>
            </a:r>
            <a:r>
              <a:rPr lang="nl-NL" dirty="0"/>
              <a:t>niveau</a:t>
            </a:r>
          </a:p>
          <a:p>
            <a:pPr lvl="4"/>
            <a:r>
              <a:rPr lang="nl-NL"/>
              <a:t>Vijfde </a:t>
            </a:r>
            <a:r>
              <a:rPr lang="nl-NL" dirty="0"/>
              <a:t>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TLP:AMBER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 err="1"/>
              <a:t>Threat</a:t>
            </a:r>
            <a:r>
              <a:rPr lang="nl-NL" dirty="0"/>
              <a:t> Intel at KPN</a:t>
            </a:r>
          </a:p>
        </p:txBody>
      </p:sp>
      <p:sp>
        <p:nvSpPr>
          <p:cNvPr id="7" name="Tijdelijke aanduiding voor dianummer 9"/>
          <p:cNvSpPr>
            <a:spLocks noGrp="1"/>
          </p:cNvSpPr>
          <p:nvPr>
            <p:ph type="sldNum" sz="quarter" idx="4"/>
          </p:nvPr>
        </p:nvSpPr>
        <p:spPr>
          <a:xfrm>
            <a:off x="646728" y="6278401"/>
            <a:ext cx="360891" cy="135681"/>
          </a:xfrm>
          <a:prstGeom prst="rect">
            <a:avLst/>
          </a:prstGeom>
        </p:spPr>
        <p:txBody>
          <a:bodyPr vert="horz" lIns="0" tIns="36000" rIns="0" bIns="36000" rtlCol="0" anchor="ctr"/>
          <a:lstStyle>
            <a:lvl1pPr algn="l">
              <a:lnSpc>
                <a:spcPts val="1320"/>
              </a:lnSpc>
              <a:defRPr sz="1067" b="1">
                <a:solidFill>
                  <a:schemeClr val="accent1"/>
                </a:solidFill>
                <a:latin typeface="+mj-lt"/>
              </a:defRPr>
            </a:lvl1pPr>
          </a:lstStyle>
          <a:p>
            <a:fld id="{253C79A4-34D5-4A22-8B02-BB0B9B92D27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2"/>
          </p:nvPr>
        </p:nvSpPr>
        <p:spPr bwMode="white">
          <a:xfrm>
            <a:off x="562552" y="881109"/>
            <a:ext cx="11165349" cy="507600"/>
          </a:xfrm>
        </p:spPr>
        <p:txBody>
          <a:bodyPr lIns="36000" tIns="0"/>
          <a:lstStyle>
            <a:lvl1pPr marL="0" indent="0">
              <a:lnSpc>
                <a:spcPts val="3733"/>
              </a:lnSpc>
              <a:buNone/>
              <a:defRPr sz="3467">
                <a:solidFill>
                  <a:schemeClr val="bg1"/>
                </a:solidFill>
                <a:latin typeface="KPN Accent Light" panose="020B0403040000060004" pitchFamily="34" charset="0"/>
              </a:defRPr>
            </a:lvl1pPr>
          </a:lstStyle>
          <a:p>
            <a:pPr lvl="0"/>
            <a:r>
              <a:rPr lang="nl-NL" dirty="0"/>
              <a:t>Klik om de modelstijlen te 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8754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7BCC670-382D-43AE-9009-EF06D2AC72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958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BE1C-A9BA-AE34-3066-6FEB9AFBE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8ABBD-F608-596B-0347-E58D93EBD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BCE85-5E83-367D-26E0-F61C3D16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10EB-9BCB-CA49-D1B2-211B8435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10407-81F7-B81D-B38A-6239C075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68196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3FDF8-7BB7-4B73-22B8-F2F6ACF8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6FAF3-EACA-48DD-D3C9-C43F49B3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29E3E-EBDD-8881-7576-8CEC3A1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BB9BD-B6A5-ED05-3CD8-D0ED27DA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B5DBE-7D05-987B-6AAB-77EF0D2D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607077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FA9A-D0C1-5BB3-81B1-2C5B54D9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2F6EB-4701-6965-2BBE-7D8377D30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D5E63-B60C-F9D2-BD36-3DECF275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6C00-E547-F78A-10FA-D09B1BA9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7B802-522F-8BF4-D98F-93B63F33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53803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7D85-6811-E1C2-C010-08D291C5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BE636-E894-20CC-17FE-CB57B9352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EB588-DB7D-256E-6748-07900CDD9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A151B-56EC-F9E5-FBA3-FA158F3D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34DB1-864D-3BC2-CCC0-967DAE26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D787A-FDF9-2F03-0457-125039D0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25273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D179-2966-EFD1-BA73-1E2B1E20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76BDF-F066-41DF-22AA-2BBBFCB09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C8830-652B-8453-3A6D-7ABD9F6E2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ED7CED-1F98-D84B-585A-57A36CBA7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CEF6B-A5FA-74CE-4F26-32F068AF0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A868D-958A-8DCE-A028-F83EE25B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1C527-CA79-5F88-94F1-D4A90165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C2B1E4-18AB-5197-6441-847BBB16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71318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DCB7-0702-7218-7DF2-0768059A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54EE7-714E-B531-E4A7-EC0CFAC9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CCAD7-E06F-3F96-B8FD-26873CE6E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F5B48-C0DB-F883-0E51-D0AB74C1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1562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99CB5-6349-6A22-9CF9-27494511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53C6A-F46D-A0C1-34EE-226EB8D4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A2F44-806B-2064-44FA-0F9C726B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36679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1021-0462-DB4F-8B31-5EB42E7E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0EF8-1000-6096-5888-F0130D0C0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73272-0D15-67B0-DCF1-A3FE5F99C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8A9F9-4CF8-F9AD-4BED-2FED5B7D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8297B-CF27-F156-2C59-0834A286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1BB95-6980-6374-2F90-E899D1B3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1602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48B2-CB6F-289E-B8E6-C41B8DDA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B6A90-9397-A17E-EDB6-874068B74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E6703-0879-BC39-8114-D6012DF87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89BAD-955F-8CA8-800E-ED98AA0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FB8-BB4A-815F-83B0-24A58FDA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7F097-49D8-4031-553C-E5BD7C2A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62182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57BB-793E-6AF8-5094-D992600B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457B9-E371-8C6D-A46A-CA0AD66D9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F0DEA-4632-7C81-AFD6-183FC3AB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B42F7-18F8-53BB-9849-7D7BFB3A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3E8E3-C299-F315-2865-34C76248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602925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E7A5F-858E-64FF-9A11-4F1E124B0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A6A4E-8466-774C-03B9-B1554129B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3DBBA-994E-A2CD-3733-2AE3C812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905B-E592-A579-8540-DA2D593A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5B2DF-BDAF-D8B7-5604-E233880D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833805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EF881-CB8D-9F04-1258-CE192069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FB973-C21E-A30B-7625-87492CEC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50750-84CB-6AB2-C731-C36CE5D2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7F164-4BDC-8994-928E-88118117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267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ackground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F3DED3E-47BC-4398-8216-081DE86406C3}"/>
              </a:ext>
            </a:extLst>
          </p:cNvPr>
          <p:cNvPicPr>
            <a:picLocks noChangeAspect="1"/>
          </p:cNvPicPr>
          <p:nvPr userDrawn="1"/>
        </p:nvPicPr>
        <p:blipFill>
          <a:blip r:embed="rId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78FA2-A406-40E4-BACB-9A8BF97C6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3600" y="6231822"/>
            <a:ext cx="399600" cy="233397"/>
          </a:xfrm>
          <a:prstGeom prst="rect">
            <a:avLst/>
          </a:prstGeom>
        </p:spPr>
        <p:txBody>
          <a:bodyPr/>
          <a:lstStyle>
            <a:lvl1pPr algn="l">
              <a:lnSpc>
                <a:spcPct val="83000"/>
              </a:lnSpc>
              <a:defRPr lang="nl-NL" sz="1600" smtClean="0"/>
            </a:lvl1pPr>
          </a:lstStyle>
          <a:p>
            <a:fld id="{A978B2FF-0EC6-496A-9F3F-A37EF0BEACA5}" type="slidenum">
              <a:rPr lang="en-GB" smtClean="0"/>
              <a:pPr/>
              <a:t>‹#›</a:t>
            </a:fld>
            <a:endParaRPr lang="en-GB" sz="1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3BBAD-C605-4ABA-9345-7C1DB6B7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558000"/>
            <a:ext cx="10922400" cy="10515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</a:t>
            </a:r>
            <a:br>
              <a:rPr lang="nl-NL"/>
            </a:br>
            <a:r>
              <a:rPr lang="en-GB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69FCC-D3F2-4963-B043-9DF60B29A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33200"/>
            <a:ext cx="10922400" cy="40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grpSp>
        <p:nvGrpSpPr>
          <p:cNvPr id="4" name="Grid/Alignment" hidden="1">
            <a:extLst>
              <a:ext uri="{FF2B5EF4-FFF2-40B4-BE49-F238E27FC236}">
                <a16:creationId xmlns:a16="http://schemas.microsoft.com/office/drawing/2014/main" id="{4846A2A0-0760-429E-84A5-409CD0A499B2}"/>
              </a:ext>
            </a:extLst>
          </p:cNvPr>
          <p:cNvGrpSpPr/>
          <p:nvPr userDrawn="1"/>
        </p:nvGrpSpPr>
        <p:grpSpPr>
          <a:xfrm>
            <a:off x="-480320" y="-480320"/>
            <a:ext cx="13152640" cy="7818640"/>
            <a:chOff x="-480320" y="-480320"/>
            <a:chExt cx="13152640" cy="7818640"/>
          </a:xfrm>
        </p:grpSpPr>
        <p:grpSp>
          <p:nvGrpSpPr>
            <p:cNvPr id="36" name="Gridmarks">
              <a:extLst>
                <a:ext uri="{FF2B5EF4-FFF2-40B4-BE49-F238E27FC236}">
                  <a16:creationId xmlns:a16="http://schemas.microsoft.com/office/drawing/2014/main" id="{78EDDD98-D24D-43DB-B9C9-405F72596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-300320" y="-300320"/>
              <a:ext cx="12792640" cy="7458640"/>
              <a:chOff x="-300320" y="-300320"/>
              <a:chExt cx="12792640" cy="745864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4792B3B-1063-4BCB-8A18-A6592161892B}"/>
                  </a:ext>
                </a:extLst>
              </p:cNvPr>
              <p:cNvGrpSpPr/>
              <p:nvPr/>
            </p:nvGrpSpPr>
            <p:grpSpPr>
              <a:xfrm>
                <a:off x="1254125" y="-300320"/>
                <a:ext cx="9680575" cy="7458640"/>
                <a:chOff x="1254125" y="-300320"/>
                <a:chExt cx="9680575" cy="7458640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4CE48F4B-3BAA-4334-B239-4EF6907A7287}"/>
                    </a:ext>
                  </a:extLst>
                </p:cNvPr>
                <p:cNvGrpSpPr/>
                <p:nvPr/>
              </p:nvGrpSpPr>
              <p:grpSpPr>
                <a:xfrm>
                  <a:off x="1254125" y="-300320"/>
                  <a:ext cx="9680575" cy="180000"/>
                  <a:chOff x="1254125" y="0"/>
                  <a:chExt cx="9680575" cy="5588000"/>
                </a:xfrm>
              </p:grpSpPr>
              <p:sp>
                <p:nvSpPr>
                  <p:cNvPr id="71" name="Rectangle 3">
                    <a:extLst>
                      <a:ext uri="{FF2B5EF4-FFF2-40B4-BE49-F238E27FC236}">
                        <a16:creationId xmlns:a16="http://schemas.microsoft.com/office/drawing/2014/main" id="{14951526-3922-4D3E-9878-FA37AD7F93E3}"/>
                      </a:ext>
                    </a:extLst>
                  </p:cNvPr>
                  <p:cNvSpPr/>
                  <p:nvPr/>
                </p:nvSpPr>
                <p:spPr>
                  <a:xfrm>
                    <a:off x="12541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2" name="Rectangle 3">
                    <a:extLst>
                      <a:ext uri="{FF2B5EF4-FFF2-40B4-BE49-F238E27FC236}">
                        <a16:creationId xmlns:a16="http://schemas.microsoft.com/office/drawing/2014/main" id="{B9EBD82B-02DE-4309-B62F-887A3E421187}"/>
                      </a:ext>
                    </a:extLst>
                  </p:cNvPr>
                  <p:cNvSpPr/>
                  <p:nvPr/>
                </p:nvSpPr>
                <p:spPr>
                  <a:xfrm>
                    <a:off x="15716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3" name="Rectangle 3">
                    <a:extLst>
                      <a:ext uri="{FF2B5EF4-FFF2-40B4-BE49-F238E27FC236}">
                        <a16:creationId xmlns:a16="http://schemas.microsoft.com/office/drawing/2014/main" id="{B077A648-802C-4F02-9EBF-BA9E4E4E100A}"/>
                      </a:ext>
                    </a:extLst>
                  </p:cNvPr>
                  <p:cNvSpPr/>
                  <p:nvPr/>
                </p:nvSpPr>
                <p:spPr>
                  <a:xfrm>
                    <a:off x="21907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4" name="Rectangle 3">
                    <a:extLst>
                      <a:ext uri="{FF2B5EF4-FFF2-40B4-BE49-F238E27FC236}">
                        <a16:creationId xmlns:a16="http://schemas.microsoft.com/office/drawing/2014/main" id="{0CBB6AD1-7AB8-4D08-AFBB-4187D410D835}"/>
                      </a:ext>
                    </a:extLst>
                  </p:cNvPr>
                  <p:cNvSpPr/>
                  <p:nvPr/>
                </p:nvSpPr>
                <p:spPr>
                  <a:xfrm>
                    <a:off x="25082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5" name="Rectangle 3">
                    <a:extLst>
                      <a:ext uri="{FF2B5EF4-FFF2-40B4-BE49-F238E27FC236}">
                        <a16:creationId xmlns:a16="http://schemas.microsoft.com/office/drawing/2014/main" id="{330437ED-9C5F-4DFF-A029-255B31380BFF}"/>
                      </a:ext>
                    </a:extLst>
                  </p:cNvPr>
                  <p:cNvSpPr/>
                  <p:nvPr/>
                </p:nvSpPr>
                <p:spPr>
                  <a:xfrm>
                    <a:off x="31273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6" name="Rectangle 3">
                    <a:extLst>
                      <a:ext uri="{FF2B5EF4-FFF2-40B4-BE49-F238E27FC236}">
                        <a16:creationId xmlns:a16="http://schemas.microsoft.com/office/drawing/2014/main" id="{5445754B-DF16-41E3-B087-738E89192402}"/>
                      </a:ext>
                    </a:extLst>
                  </p:cNvPr>
                  <p:cNvSpPr/>
                  <p:nvPr/>
                </p:nvSpPr>
                <p:spPr>
                  <a:xfrm>
                    <a:off x="34448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7" name="Rectangle 3">
                    <a:extLst>
                      <a:ext uri="{FF2B5EF4-FFF2-40B4-BE49-F238E27FC236}">
                        <a16:creationId xmlns:a16="http://schemas.microsoft.com/office/drawing/2014/main" id="{82C0D52D-7792-4CA1-8B0D-6A4EB45F2E50}"/>
                      </a:ext>
                    </a:extLst>
                  </p:cNvPr>
                  <p:cNvSpPr/>
                  <p:nvPr/>
                </p:nvSpPr>
                <p:spPr>
                  <a:xfrm>
                    <a:off x="40640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8" name="Rectangle 3">
                    <a:extLst>
                      <a:ext uri="{FF2B5EF4-FFF2-40B4-BE49-F238E27FC236}">
                        <a16:creationId xmlns:a16="http://schemas.microsoft.com/office/drawing/2014/main" id="{29DF01E3-F23B-4A47-AFB6-78EA3DD0EDCB}"/>
                      </a:ext>
                    </a:extLst>
                  </p:cNvPr>
                  <p:cNvSpPr/>
                  <p:nvPr/>
                </p:nvSpPr>
                <p:spPr>
                  <a:xfrm>
                    <a:off x="43815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9" name="Rectangle 3">
                    <a:extLst>
                      <a:ext uri="{FF2B5EF4-FFF2-40B4-BE49-F238E27FC236}">
                        <a16:creationId xmlns:a16="http://schemas.microsoft.com/office/drawing/2014/main" id="{E7C64205-737F-4F6D-A696-CE60DC4492A3}"/>
                      </a:ext>
                    </a:extLst>
                  </p:cNvPr>
                  <p:cNvSpPr/>
                  <p:nvPr/>
                </p:nvSpPr>
                <p:spPr>
                  <a:xfrm>
                    <a:off x="50006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0" name="Rectangle 3">
                    <a:extLst>
                      <a:ext uri="{FF2B5EF4-FFF2-40B4-BE49-F238E27FC236}">
                        <a16:creationId xmlns:a16="http://schemas.microsoft.com/office/drawing/2014/main" id="{3E2438E5-283C-482F-804D-E5DD8FB9C93F}"/>
                      </a:ext>
                    </a:extLst>
                  </p:cNvPr>
                  <p:cNvSpPr/>
                  <p:nvPr/>
                </p:nvSpPr>
                <p:spPr>
                  <a:xfrm>
                    <a:off x="53181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1" name="Rectangle 3">
                    <a:extLst>
                      <a:ext uri="{FF2B5EF4-FFF2-40B4-BE49-F238E27FC236}">
                        <a16:creationId xmlns:a16="http://schemas.microsoft.com/office/drawing/2014/main" id="{4290CA86-0D99-403E-961D-D53787232047}"/>
                      </a:ext>
                    </a:extLst>
                  </p:cNvPr>
                  <p:cNvSpPr/>
                  <p:nvPr/>
                </p:nvSpPr>
                <p:spPr>
                  <a:xfrm>
                    <a:off x="59372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2" name="Rectangle 3">
                    <a:extLst>
                      <a:ext uri="{FF2B5EF4-FFF2-40B4-BE49-F238E27FC236}">
                        <a16:creationId xmlns:a16="http://schemas.microsoft.com/office/drawing/2014/main" id="{35E9049E-BF95-4A3C-9D69-BA808CCD77F5}"/>
                      </a:ext>
                    </a:extLst>
                  </p:cNvPr>
                  <p:cNvSpPr/>
                  <p:nvPr/>
                </p:nvSpPr>
                <p:spPr>
                  <a:xfrm>
                    <a:off x="62547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3" name="Rectangle 3">
                    <a:extLst>
                      <a:ext uri="{FF2B5EF4-FFF2-40B4-BE49-F238E27FC236}">
                        <a16:creationId xmlns:a16="http://schemas.microsoft.com/office/drawing/2014/main" id="{F7004A54-28AA-437A-8848-7138340D1FBD}"/>
                      </a:ext>
                    </a:extLst>
                  </p:cNvPr>
                  <p:cNvSpPr/>
                  <p:nvPr/>
                </p:nvSpPr>
                <p:spPr>
                  <a:xfrm>
                    <a:off x="68738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4" name="Rectangle 3">
                    <a:extLst>
                      <a:ext uri="{FF2B5EF4-FFF2-40B4-BE49-F238E27FC236}">
                        <a16:creationId xmlns:a16="http://schemas.microsoft.com/office/drawing/2014/main" id="{51979A90-1514-4003-B37A-7B1313DA3021}"/>
                      </a:ext>
                    </a:extLst>
                  </p:cNvPr>
                  <p:cNvSpPr/>
                  <p:nvPr/>
                </p:nvSpPr>
                <p:spPr>
                  <a:xfrm>
                    <a:off x="71913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5" name="Rectangle 3">
                    <a:extLst>
                      <a:ext uri="{FF2B5EF4-FFF2-40B4-BE49-F238E27FC236}">
                        <a16:creationId xmlns:a16="http://schemas.microsoft.com/office/drawing/2014/main" id="{21E8553A-B003-4BB5-BE29-BB416B1A6C1D}"/>
                      </a:ext>
                    </a:extLst>
                  </p:cNvPr>
                  <p:cNvSpPr/>
                  <p:nvPr/>
                </p:nvSpPr>
                <p:spPr>
                  <a:xfrm>
                    <a:off x="78105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6" name="Rectangle 3">
                    <a:extLst>
                      <a:ext uri="{FF2B5EF4-FFF2-40B4-BE49-F238E27FC236}">
                        <a16:creationId xmlns:a16="http://schemas.microsoft.com/office/drawing/2014/main" id="{99CD83ED-5212-41D5-9D94-04F436BBAA35}"/>
                      </a:ext>
                    </a:extLst>
                  </p:cNvPr>
                  <p:cNvSpPr/>
                  <p:nvPr/>
                </p:nvSpPr>
                <p:spPr>
                  <a:xfrm>
                    <a:off x="81280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7" name="Rectangle 3">
                    <a:extLst>
                      <a:ext uri="{FF2B5EF4-FFF2-40B4-BE49-F238E27FC236}">
                        <a16:creationId xmlns:a16="http://schemas.microsoft.com/office/drawing/2014/main" id="{6EF95454-2CFB-43A6-8F56-FA7B72991B01}"/>
                      </a:ext>
                    </a:extLst>
                  </p:cNvPr>
                  <p:cNvSpPr/>
                  <p:nvPr/>
                </p:nvSpPr>
                <p:spPr>
                  <a:xfrm>
                    <a:off x="87471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8" name="Rectangle 3">
                    <a:extLst>
                      <a:ext uri="{FF2B5EF4-FFF2-40B4-BE49-F238E27FC236}">
                        <a16:creationId xmlns:a16="http://schemas.microsoft.com/office/drawing/2014/main" id="{4C34ED0C-DDF9-4445-915F-08084C1E2F52}"/>
                      </a:ext>
                    </a:extLst>
                  </p:cNvPr>
                  <p:cNvSpPr/>
                  <p:nvPr/>
                </p:nvSpPr>
                <p:spPr>
                  <a:xfrm>
                    <a:off x="90646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9" name="Rectangle 3">
                    <a:extLst>
                      <a:ext uri="{FF2B5EF4-FFF2-40B4-BE49-F238E27FC236}">
                        <a16:creationId xmlns:a16="http://schemas.microsoft.com/office/drawing/2014/main" id="{DE3C1F7D-5BAC-47ED-8451-B934B65A7173}"/>
                      </a:ext>
                    </a:extLst>
                  </p:cNvPr>
                  <p:cNvSpPr/>
                  <p:nvPr/>
                </p:nvSpPr>
                <p:spPr>
                  <a:xfrm>
                    <a:off x="96837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0" name="Rectangle 3">
                    <a:extLst>
                      <a:ext uri="{FF2B5EF4-FFF2-40B4-BE49-F238E27FC236}">
                        <a16:creationId xmlns:a16="http://schemas.microsoft.com/office/drawing/2014/main" id="{5235C1DE-1FFC-4A62-9F71-A51E7D33F805}"/>
                      </a:ext>
                    </a:extLst>
                  </p:cNvPr>
                  <p:cNvSpPr/>
                  <p:nvPr/>
                </p:nvSpPr>
                <p:spPr>
                  <a:xfrm>
                    <a:off x="100012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1" name="Rectangle 3">
                    <a:extLst>
                      <a:ext uri="{FF2B5EF4-FFF2-40B4-BE49-F238E27FC236}">
                        <a16:creationId xmlns:a16="http://schemas.microsoft.com/office/drawing/2014/main" id="{F8F30EAB-E701-444A-8721-C13BD6041A69}"/>
                      </a:ext>
                    </a:extLst>
                  </p:cNvPr>
                  <p:cNvSpPr/>
                  <p:nvPr/>
                </p:nvSpPr>
                <p:spPr>
                  <a:xfrm>
                    <a:off x="106203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2" name="Rectangle 3">
                    <a:extLst>
                      <a:ext uri="{FF2B5EF4-FFF2-40B4-BE49-F238E27FC236}">
                        <a16:creationId xmlns:a16="http://schemas.microsoft.com/office/drawing/2014/main" id="{C08965DC-E923-47A0-BA4B-D2D9EC04CB10}"/>
                      </a:ext>
                    </a:extLst>
                  </p:cNvPr>
                  <p:cNvSpPr/>
                  <p:nvPr/>
                </p:nvSpPr>
                <p:spPr>
                  <a:xfrm>
                    <a:off x="109347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B9C19042-D53B-44E0-8D44-B756B4207AAC}"/>
                    </a:ext>
                  </a:extLst>
                </p:cNvPr>
                <p:cNvGrpSpPr/>
                <p:nvPr/>
              </p:nvGrpSpPr>
              <p:grpSpPr>
                <a:xfrm>
                  <a:off x="1254125" y="6978320"/>
                  <a:ext cx="9680575" cy="180000"/>
                  <a:chOff x="1254125" y="0"/>
                  <a:chExt cx="9680575" cy="5588000"/>
                </a:xfrm>
              </p:grpSpPr>
              <p:sp>
                <p:nvSpPr>
                  <p:cNvPr id="49" name="Rectangle 3">
                    <a:extLst>
                      <a:ext uri="{FF2B5EF4-FFF2-40B4-BE49-F238E27FC236}">
                        <a16:creationId xmlns:a16="http://schemas.microsoft.com/office/drawing/2014/main" id="{8041D91D-3049-42DE-B903-202EA776D83B}"/>
                      </a:ext>
                    </a:extLst>
                  </p:cNvPr>
                  <p:cNvSpPr/>
                  <p:nvPr/>
                </p:nvSpPr>
                <p:spPr>
                  <a:xfrm>
                    <a:off x="12541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0" name="Rectangle 3">
                    <a:extLst>
                      <a:ext uri="{FF2B5EF4-FFF2-40B4-BE49-F238E27FC236}">
                        <a16:creationId xmlns:a16="http://schemas.microsoft.com/office/drawing/2014/main" id="{B80EFC62-7C09-439B-B1B7-CE59C1868444}"/>
                      </a:ext>
                    </a:extLst>
                  </p:cNvPr>
                  <p:cNvSpPr/>
                  <p:nvPr/>
                </p:nvSpPr>
                <p:spPr>
                  <a:xfrm>
                    <a:off x="15716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1" name="Rectangle 3">
                    <a:extLst>
                      <a:ext uri="{FF2B5EF4-FFF2-40B4-BE49-F238E27FC236}">
                        <a16:creationId xmlns:a16="http://schemas.microsoft.com/office/drawing/2014/main" id="{4A80AC9F-5C72-48F0-B9D1-E3AB217D8F2C}"/>
                      </a:ext>
                    </a:extLst>
                  </p:cNvPr>
                  <p:cNvSpPr/>
                  <p:nvPr/>
                </p:nvSpPr>
                <p:spPr>
                  <a:xfrm>
                    <a:off x="21907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2" name="Rectangle 3">
                    <a:extLst>
                      <a:ext uri="{FF2B5EF4-FFF2-40B4-BE49-F238E27FC236}">
                        <a16:creationId xmlns:a16="http://schemas.microsoft.com/office/drawing/2014/main" id="{DA4AEF16-3B40-4CCD-BC98-26DF31E4CA00}"/>
                      </a:ext>
                    </a:extLst>
                  </p:cNvPr>
                  <p:cNvSpPr/>
                  <p:nvPr/>
                </p:nvSpPr>
                <p:spPr>
                  <a:xfrm>
                    <a:off x="25082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3" name="Rectangle 3">
                    <a:extLst>
                      <a:ext uri="{FF2B5EF4-FFF2-40B4-BE49-F238E27FC236}">
                        <a16:creationId xmlns:a16="http://schemas.microsoft.com/office/drawing/2014/main" id="{BCC7B7BD-64A8-4326-967D-EE3600935594}"/>
                      </a:ext>
                    </a:extLst>
                  </p:cNvPr>
                  <p:cNvSpPr/>
                  <p:nvPr/>
                </p:nvSpPr>
                <p:spPr>
                  <a:xfrm>
                    <a:off x="31273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4" name="Rectangle 3">
                    <a:extLst>
                      <a:ext uri="{FF2B5EF4-FFF2-40B4-BE49-F238E27FC236}">
                        <a16:creationId xmlns:a16="http://schemas.microsoft.com/office/drawing/2014/main" id="{EE881D72-3A24-47B7-936E-20DE51119D48}"/>
                      </a:ext>
                    </a:extLst>
                  </p:cNvPr>
                  <p:cNvSpPr/>
                  <p:nvPr/>
                </p:nvSpPr>
                <p:spPr>
                  <a:xfrm>
                    <a:off x="34448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5" name="Rectangle 3">
                    <a:extLst>
                      <a:ext uri="{FF2B5EF4-FFF2-40B4-BE49-F238E27FC236}">
                        <a16:creationId xmlns:a16="http://schemas.microsoft.com/office/drawing/2014/main" id="{962B0983-A72A-4164-8B11-FB14A0CB1D97}"/>
                      </a:ext>
                    </a:extLst>
                  </p:cNvPr>
                  <p:cNvSpPr/>
                  <p:nvPr/>
                </p:nvSpPr>
                <p:spPr>
                  <a:xfrm>
                    <a:off x="40640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6" name="Rectangle 3">
                    <a:extLst>
                      <a:ext uri="{FF2B5EF4-FFF2-40B4-BE49-F238E27FC236}">
                        <a16:creationId xmlns:a16="http://schemas.microsoft.com/office/drawing/2014/main" id="{C4D7CEB4-5FA0-4996-897D-953C2C95CD6F}"/>
                      </a:ext>
                    </a:extLst>
                  </p:cNvPr>
                  <p:cNvSpPr/>
                  <p:nvPr/>
                </p:nvSpPr>
                <p:spPr>
                  <a:xfrm>
                    <a:off x="43815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7" name="Rectangle 3">
                    <a:extLst>
                      <a:ext uri="{FF2B5EF4-FFF2-40B4-BE49-F238E27FC236}">
                        <a16:creationId xmlns:a16="http://schemas.microsoft.com/office/drawing/2014/main" id="{DFB3277D-EAB3-496B-8C83-AC978C71022E}"/>
                      </a:ext>
                    </a:extLst>
                  </p:cNvPr>
                  <p:cNvSpPr/>
                  <p:nvPr/>
                </p:nvSpPr>
                <p:spPr>
                  <a:xfrm>
                    <a:off x="50006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8" name="Rectangle 3">
                    <a:extLst>
                      <a:ext uri="{FF2B5EF4-FFF2-40B4-BE49-F238E27FC236}">
                        <a16:creationId xmlns:a16="http://schemas.microsoft.com/office/drawing/2014/main" id="{1C4FCFDF-1F35-4CA0-8C9D-26B9FABDA322}"/>
                      </a:ext>
                    </a:extLst>
                  </p:cNvPr>
                  <p:cNvSpPr/>
                  <p:nvPr/>
                </p:nvSpPr>
                <p:spPr>
                  <a:xfrm>
                    <a:off x="53181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9" name="Rectangle 3">
                    <a:extLst>
                      <a:ext uri="{FF2B5EF4-FFF2-40B4-BE49-F238E27FC236}">
                        <a16:creationId xmlns:a16="http://schemas.microsoft.com/office/drawing/2014/main" id="{BD6C014A-368F-47C0-BC71-7BDF0F7C828E}"/>
                      </a:ext>
                    </a:extLst>
                  </p:cNvPr>
                  <p:cNvSpPr/>
                  <p:nvPr/>
                </p:nvSpPr>
                <p:spPr>
                  <a:xfrm>
                    <a:off x="59372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0" name="Rectangle 3">
                    <a:extLst>
                      <a:ext uri="{FF2B5EF4-FFF2-40B4-BE49-F238E27FC236}">
                        <a16:creationId xmlns:a16="http://schemas.microsoft.com/office/drawing/2014/main" id="{A5825FE5-7EB0-4BEB-8BF7-4549D423DAF4}"/>
                      </a:ext>
                    </a:extLst>
                  </p:cNvPr>
                  <p:cNvSpPr/>
                  <p:nvPr/>
                </p:nvSpPr>
                <p:spPr>
                  <a:xfrm>
                    <a:off x="62547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1" name="Rectangle 3">
                    <a:extLst>
                      <a:ext uri="{FF2B5EF4-FFF2-40B4-BE49-F238E27FC236}">
                        <a16:creationId xmlns:a16="http://schemas.microsoft.com/office/drawing/2014/main" id="{6506885A-4C3D-4212-B589-C680AF7E12D1}"/>
                      </a:ext>
                    </a:extLst>
                  </p:cNvPr>
                  <p:cNvSpPr/>
                  <p:nvPr/>
                </p:nvSpPr>
                <p:spPr>
                  <a:xfrm>
                    <a:off x="68738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2" name="Rectangle 3">
                    <a:extLst>
                      <a:ext uri="{FF2B5EF4-FFF2-40B4-BE49-F238E27FC236}">
                        <a16:creationId xmlns:a16="http://schemas.microsoft.com/office/drawing/2014/main" id="{415F07B4-714E-4558-A72F-6279CF10C983}"/>
                      </a:ext>
                    </a:extLst>
                  </p:cNvPr>
                  <p:cNvSpPr/>
                  <p:nvPr/>
                </p:nvSpPr>
                <p:spPr>
                  <a:xfrm>
                    <a:off x="71913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3" name="Rectangle 3">
                    <a:extLst>
                      <a:ext uri="{FF2B5EF4-FFF2-40B4-BE49-F238E27FC236}">
                        <a16:creationId xmlns:a16="http://schemas.microsoft.com/office/drawing/2014/main" id="{FB2F4833-8283-4DF1-BBA3-32EA16B11499}"/>
                      </a:ext>
                    </a:extLst>
                  </p:cNvPr>
                  <p:cNvSpPr/>
                  <p:nvPr/>
                </p:nvSpPr>
                <p:spPr>
                  <a:xfrm>
                    <a:off x="78105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4" name="Rectangle 3">
                    <a:extLst>
                      <a:ext uri="{FF2B5EF4-FFF2-40B4-BE49-F238E27FC236}">
                        <a16:creationId xmlns:a16="http://schemas.microsoft.com/office/drawing/2014/main" id="{AB936E67-A743-4212-8724-58C43B049C0B}"/>
                      </a:ext>
                    </a:extLst>
                  </p:cNvPr>
                  <p:cNvSpPr/>
                  <p:nvPr/>
                </p:nvSpPr>
                <p:spPr>
                  <a:xfrm>
                    <a:off x="81280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5" name="Rectangle 3">
                    <a:extLst>
                      <a:ext uri="{FF2B5EF4-FFF2-40B4-BE49-F238E27FC236}">
                        <a16:creationId xmlns:a16="http://schemas.microsoft.com/office/drawing/2014/main" id="{A85D9569-4495-4E87-ABD7-4193F71893A2}"/>
                      </a:ext>
                    </a:extLst>
                  </p:cNvPr>
                  <p:cNvSpPr/>
                  <p:nvPr/>
                </p:nvSpPr>
                <p:spPr>
                  <a:xfrm>
                    <a:off x="87471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6" name="Rectangle 3">
                    <a:extLst>
                      <a:ext uri="{FF2B5EF4-FFF2-40B4-BE49-F238E27FC236}">
                        <a16:creationId xmlns:a16="http://schemas.microsoft.com/office/drawing/2014/main" id="{2EEE1FF2-AB92-40A9-9D5D-1DCE2BEAAC3C}"/>
                      </a:ext>
                    </a:extLst>
                  </p:cNvPr>
                  <p:cNvSpPr/>
                  <p:nvPr/>
                </p:nvSpPr>
                <p:spPr>
                  <a:xfrm>
                    <a:off x="906462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7" name="Rectangle 3">
                    <a:extLst>
                      <a:ext uri="{FF2B5EF4-FFF2-40B4-BE49-F238E27FC236}">
                        <a16:creationId xmlns:a16="http://schemas.microsoft.com/office/drawing/2014/main" id="{627ABA79-6C19-4B71-8CA0-91A4AC0C62D1}"/>
                      </a:ext>
                    </a:extLst>
                  </p:cNvPr>
                  <p:cNvSpPr/>
                  <p:nvPr/>
                </p:nvSpPr>
                <p:spPr>
                  <a:xfrm>
                    <a:off x="96837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8" name="Rectangle 3">
                    <a:extLst>
                      <a:ext uri="{FF2B5EF4-FFF2-40B4-BE49-F238E27FC236}">
                        <a16:creationId xmlns:a16="http://schemas.microsoft.com/office/drawing/2014/main" id="{62516C65-2A9F-4C69-8FF1-0F8966D17D52}"/>
                      </a:ext>
                    </a:extLst>
                  </p:cNvPr>
                  <p:cNvSpPr/>
                  <p:nvPr/>
                </p:nvSpPr>
                <p:spPr>
                  <a:xfrm>
                    <a:off x="1000125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9" name="Rectangle 3">
                    <a:extLst>
                      <a:ext uri="{FF2B5EF4-FFF2-40B4-BE49-F238E27FC236}">
                        <a16:creationId xmlns:a16="http://schemas.microsoft.com/office/drawing/2014/main" id="{85C46707-EBBA-4143-B70B-EDA6CB7688E3}"/>
                      </a:ext>
                    </a:extLst>
                  </p:cNvPr>
                  <p:cNvSpPr/>
                  <p:nvPr/>
                </p:nvSpPr>
                <p:spPr>
                  <a:xfrm>
                    <a:off x="10620375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0" name="Rectangle 3">
                    <a:extLst>
                      <a:ext uri="{FF2B5EF4-FFF2-40B4-BE49-F238E27FC236}">
                        <a16:creationId xmlns:a16="http://schemas.microsoft.com/office/drawing/2014/main" id="{08BB1DF4-AC23-44CE-B683-03CEA166F664}"/>
                      </a:ext>
                    </a:extLst>
                  </p:cNvPr>
                  <p:cNvSpPr/>
                  <p:nvPr/>
                </p:nvSpPr>
                <p:spPr>
                  <a:xfrm>
                    <a:off x="10934700" y="0"/>
                    <a:ext cx="0" cy="5588000"/>
                  </a:xfrm>
                  <a:custGeom>
                    <a:avLst/>
                    <a:gdLst>
                      <a:gd name="connsiteX0" fmla="*/ 0 w 10922000"/>
                      <a:gd name="connsiteY0" fmla="*/ 0 h 5588000"/>
                      <a:gd name="connsiteX1" fmla="*/ 10922000 w 10922000"/>
                      <a:gd name="connsiteY1" fmla="*/ 0 h 5588000"/>
                      <a:gd name="connsiteX2" fmla="*/ 10922000 w 10922000"/>
                      <a:gd name="connsiteY2" fmla="*/ 5588000 h 5588000"/>
                      <a:gd name="connsiteX3" fmla="*/ 0 w 10922000"/>
                      <a:gd name="connsiteY3" fmla="*/ 5588000 h 5588000"/>
                      <a:gd name="connsiteX4" fmla="*/ 0 w 10922000"/>
                      <a:gd name="connsiteY4" fmla="*/ 0 h 5588000"/>
                      <a:gd name="connsiteX0" fmla="*/ 0 w 10922000"/>
                      <a:gd name="connsiteY0" fmla="*/ 0 h 5588000"/>
                      <a:gd name="connsiteX1" fmla="*/ 10922000 w 10922000"/>
                      <a:gd name="connsiteY1" fmla="*/ 5588000 h 5588000"/>
                      <a:gd name="connsiteX2" fmla="*/ 0 w 10922000"/>
                      <a:gd name="connsiteY2" fmla="*/ 5588000 h 5588000"/>
                      <a:gd name="connsiteX3" fmla="*/ 0 w 10922000"/>
                      <a:gd name="connsiteY3" fmla="*/ 0 h 5588000"/>
                      <a:gd name="connsiteX0" fmla="*/ 10922000 w 11013440"/>
                      <a:gd name="connsiteY0" fmla="*/ 5588000 h 5679440"/>
                      <a:gd name="connsiteX1" fmla="*/ 0 w 11013440"/>
                      <a:gd name="connsiteY1" fmla="*/ 5588000 h 5679440"/>
                      <a:gd name="connsiteX2" fmla="*/ 0 w 11013440"/>
                      <a:gd name="connsiteY2" fmla="*/ 0 h 5679440"/>
                      <a:gd name="connsiteX3" fmla="*/ 11013440 w 11013440"/>
                      <a:gd name="connsiteY3" fmla="*/ 5679440 h 5679440"/>
                      <a:gd name="connsiteX0" fmla="*/ 10922000 w 10922000"/>
                      <a:gd name="connsiteY0" fmla="*/ 5588000 h 5588000"/>
                      <a:gd name="connsiteX1" fmla="*/ 0 w 10922000"/>
                      <a:gd name="connsiteY1" fmla="*/ 5588000 h 5588000"/>
                      <a:gd name="connsiteX2" fmla="*/ 0 w 10922000"/>
                      <a:gd name="connsiteY2" fmla="*/ 0 h 5588000"/>
                      <a:gd name="connsiteX0" fmla="*/ 0 w 0"/>
                      <a:gd name="connsiteY0" fmla="*/ 5588000 h 5588000"/>
                      <a:gd name="connsiteX1" fmla="*/ 0 w 0"/>
                      <a:gd name="connsiteY1" fmla="*/ 0 h 558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588000">
                        <a:moveTo>
                          <a:pt x="0" y="558800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0096">
                      <a:alpha val="0"/>
                    </a:srgbClr>
                  </a:solidFill>
                  <a:ln w="3175" cap="flat" cmpd="sng" algn="ctr">
                    <a:solidFill>
                      <a:srgbClr val="FF0096">
                        <a:alpha val="50000"/>
                      </a:srgb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584D9B4-4A3D-4683-90E9-914B106D5226}"/>
                  </a:ext>
                </a:extLst>
              </p:cNvPr>
              <p:cNvGrpSpPr/>
              <p:nvPr/>
            </p:nvGrpSpPr>
            <p:grpSpPr>
              <a:xfrm>
                <a:off x="-300320" y="-300320"/>
                <a:ext cx="12792640" cy="7458640"/>
                <a:chOff x="-300320" y="-300320"/>
                <a:chExt cx="12792640" cy="7458640"/>
              </a:xfrm>
            </p:grpSpPr>
            <p:sp>
              <p:nvSpPr>
                <p:cNvPr id="39" name="Rectangle 3">
                  <a:extLst>
                    <a:ext uri="{FF2B5EF4-FFF2-40B4-BE49-F238E27FC236}">
                      <a16:creationId xmlns:a16="http://schemas.microsoft.com/office/drawing/2014/main" id="{3E739766-3D2D-411A-A3E4-578FF726474D}"/>
                    </a:ext>
                  </a:extLst>
                </p:cNvPr>
                <p:cNvSpPr/>
                <p:nvPr/>
              </p:nvSpPr>
              <p:spPr>
                <a:xfrm>
                  <a:off x="635000" y="-300320"/>
                  <a:ext cx="0" cy="18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Rectangle 3">
                  <a:extLst>
                    <a:ext uri="{FF2B5EF4-FFF2-40B4-BE49-F238E27FC236}">
                      <a16:creationId xmlns:a16="http://schemas.microsoft.com/office/drawing/2014/main" id="{58113828-AD5A-4547-ABE7-A92638A613B7}"/>
                    </a:ext>
                  </a:extLst>
                </p:cNvPr>
                <p:cNvSpPr/>
                <p:nvPr/>
              </p:nvSpPr>
              <p:spPr>
                <a:xfrm>
                  <a:off x="11557000" y="-300320"/>
                  <a:ext cx="0" cy="18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" name="Rectangle 3">
                  <a:extLst>
                    <a:ext uri="{FF2B5EF4-FFF2-40B4-BE49-F238E27FC236}">
                      <a16:creationId xmlns:a16="http://schemas.microsoft.com/office/drawing/2014/main" id="{F8161945-E218-4117-90BE-A076972A31BA}"/>
                    </a:ext>
                  </a:extLst>
                </p:cNvPr>
                <p:cNvSpPr/>
                <p:nvPr/>
              </p:nvSpPr>
              <p:spPr>
                <a:xfrm>
                  <a:off x="635000" y="6978320"/>
                  <a:ext cx="0" cy="18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" name="Rectangle 3">
                  <a:extLst>
                    <a:ext uri="{FF2B5EF4-FFF2-40B4-BE49-F238E27FC236}">
                      <a16:creationId xmlns:a16="http://schemas.microsoft.com/office/drawing/2014/main" id="{FCDBF26A-6458-4C84-8A50-44273B4B24CB}"/>
                    </a:ext>
                  </a:extLst>
                </p:cNvPr>
                <p:cNvSpPr/>
                <p:nvPr/>
              </p:nvSpPr>
              <p:spPr>
                <a:xfrm>
                  <a:off x="11557000" y="6978320"/>
                  <a:ext cx="0" cy="18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45721340-C751-4272-A188-BEA2BE02AA6F}"/>
                    </a:ext>
                  </a:extLst>
                </p:cNvPr>
                <p:cNvSpPr/>
                <p:nvPr/>
              </p:nvSpPr>
              <p:spPr>
                <a:xfrm>
                  <a:off x="-300320" y="635000"/>
                  <a:ext cx="180000" cy="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5588000 h 5679440"/>
                    <a:gd name="connsiteX1" fmla="*/ 0 w 10922000"/>
                    <a:gd name="connsiteY1" fmla="*/ 0 h 5679440"/>
                    <a:gd name="connsiteX2" fmla="*/ 10922000 w 10922000"/>
                    <a:gd name="connsiteY2" fmla="*/ 0 h 5679440"/>
                    <a:gd name="connsiteX3" fmla="*/ 10922000 w 10922000"/>
                    <a:gd name="connsiteY3" fmla="*/ 5588000 h 5679440"/>
                    <a:gd name="connsiteX4" fmla="*/ 91440 w 10922000"/>
                    <a:gd name="connsiteY4" fmla="*/ 5679440 h 5679440"/>
                    <a:gd name="connsiteX0" fmla="*/ 0 w 10922000"/>
                    <a:gd name="connsiteY0" fmla="*/ 5588000 h 5588000"/>
                    <a:gd name="connsiteX1" fmla="*/ 0 w 10922000"/>
                    <a:gd name="connsiteY1" fmla="*/ 0 h 5588000"/>
                    <a:gd name="connsiteX2" fmla="*/ 10922000 w 10922000"/>
                    <a:gd name="connsiteY2" fmla="*/ 0 h 5588000"/>
                    <a:gd name="connsiteX3" fmla="*/ 10922000 w 10922000"/>
                    <a:gd name="connsiteY3" fmla="*/ 558800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0" fmla="*/ 0 w 10922000"/>
                    <a:gd name="connsiteY0" fmla="*/ 0 h 0"/>
                    <a:gd name="connsiteX1" fmla="*/ 10922000 w 109220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22000">
                      <a:moveTo>
                        <a:pt x="0" y="0"/>
                      </a:moveTo>
                      <a:lnTo>
                        <a:pt x="1092200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" name="Rectangle 2">
                  <a:extLst>
                    <a:ext uri="{FF2B5EF4-FFF2-40B4-BE49-F238E27FC236}">
                      <a16:creationId xmlns:a16="http://schemas.microsoft.com/office/drawing/2014/main" id="{67A4AB63-8181-40BF-990D-A0F9716CD802}"/>
                    </a:ext>
                  </a:extLst>
                </p:cNvPr>
                <p:cNvSpPr/>
                <p:nvPr/>
              </p:nvSpPr>
              <p:spPr>
                <a:xfrm>
                  <a:off x="-300320" y="6223000"/>
                  <a:ext cx="180000" cy="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5588000 h 5679440"/>
                    <a:gd name="connsiteX1" fmla="*/ 0 w 10922000"/>
                    <a:gd name="connsiteY1" fmla="*/ 0 h 5679440"/>
                    <a:gd name="connsiteX2" fmla="*/ 10922000 w 10922000"/>
                    <a:gd name="connsiteY2" fmla="*/ 0 h 5679440"/>
                    <a:gd name="connsiteX3" fmla="*/ 10922000 w 10922000"/>
                    <a:gd name="connsiteY3" fmla="*/ 5588000 h 5679440"/>
                    <a:gd name="connsiteX4" fmla="*/ 91440 w 10922000"/>
                    <a:gd name="connsiteY4" fmla="*/ 5679440 h 5679440"/>
                    <a:gd name="connsiteX0" fmla="*/ 0 w 10922000"/>
                    <a:gd name="connsiteY0" fmla="*/ 5588000 h 5588000"/>
                    <a:gd name="connsiteX1" fmla="*/ 0 w 10922000"/>
                    <a:gd name="connsiteY1" fmla="*/ 0 h 5588000"/>
                    <a:gd name="connsiteX2" fmla="*/ 10922000 w 10922000"/>
                    <a:gd name="connsiteY2" fmla="*/ 0 h 5588000"/>
                    <a:gd name="connsiteX3" fmla="*/ 10922000 w 10922000"/>
                    <a:gd name="connsiteY3" fmla="*/ 558800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0" fmla="*/ 0 w 10922000"/>
                    <a:gd name="connsiteY0" fmla="*/ 0 h 0"/>
                    <a:gd name="connsiteX1" fmla="*/ 10922000 w 109220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22000">
                      <a:moveTo>
                        <a:pt x="0" y="0"/>
                      </a:moveTo>
                      <a:lnTo>
                        <a:pt x="1092200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5" name="Rectangle 2">
                  <a:extLst>
                    <a:ext uri="{FF2B5EF4-FFF2-40B4-BE49-F238E27FC236}">
                      <a16:creationId xmlns:a16="http://schemas.microsoft.com/office/drawing/2014/main" id="{29472683-A457-4980-AEFC-60BB1E3D5A96}"/>
                    </a:ext>
                  </a:extLst>
                </p:cNvPr>
                <p:cNvSpPr/>
                <p:nvPr/>
              </p:nvSpPr>
              <p:spPr>
                <a:xfrm>
                  <a:off x="12312320" y="635000"/>
                  <a:ext cx="180000" cy="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5588000 h 5679440"/>
                    <a:gd name="connsiteX1" fmla="*/ 0 w 10922000"/>
                    <a:gd name="connsiteY1" fmla="*/ 0 h 5679440"/>
                    <a:gd name="connsiteX2" fmla="*/ 10922000 w 10922000"/>
                    <a:gd name="connsiteY2" fmla="*/ 0 h 5679440"/>
                    <a:gd name="connsiteX3" fmla="*/ 10922000 w 10922000"/>
                    <a:gd name="connsiteY3" fmla="*/ 5588000 h 5679440"/>
                    <a:gd name="connsiteX4" fmla="*/ 91440 w 10922000"/>
                    <a:gd name="connsiteY4" fmla="*/ 5679440 h 5679440"/>
                    <a:gd name="connsiteX0" fmla="*/ 0 w 10922000"/>
                    <a:gd name="connsiteY0" fmla="*/ 5588000 h 5588000"/>
                    <a:gd name="connsiteX1" fmla="*/ 0 w 10922000"/>
                    <a:gd name="connsiteY1" fmla="*/ 0 h 5588000"/>
                    <a:gd name="connsiteX2" fmla="*/ 10922000 w 10922000"/>
                    <a:gd name="connsiteY2" fmla="*/ 0 h 5588000"/>
                    <a:gd name="connsiteX3" fmla="*/ 10922000 w 10922000"/>
                    <a:gd name="connsiteY3" fmla="*/ 558800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0" fmla="*/ 0 w 10922000"/>
                    <a:gd name="connsiteY0" fmla="*/ 0 h 0"/>
                    <a:gd name="connsiteX1" fmla="*/ 10922000 w 109220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22000">
                      <a:moveTo>
                        <a:pt x="0" y="0"/>
                      </a:moveTo>
                      <a:lnTo>
                        <a:pt x="1092200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6" name="Rectangle 2">
                  <a:extLst>
                    <a:ext uri="{FF2B5EF4-FFF2-40B4-BE49-F238E27FC236}">
                      <a16:creationId xmlns:a16="http://schemas.microsoft.com/office/drawing/2014/main" id="{CD2B51BB-9C0E-400C-A6CA-12513FDAF46D}"/>
                    </a:ext>
                  </a:extLst>
                </p:cNvPr>
                <p:cNvSpPr/>
                <p:nvPr/>
              </p:nvSpPr>
              <p:spPr>
                <a:xfrm>
                  <a:off x="12312320" y="6223000"/>
                  <a:ext cx="180000" cy="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5588000 h 5679440"/>
                    <a:gd name="connsiteX1" fmla="*/ 0 w 10922000"/>
                    <a:gd name="connsiteY1" fmla="*/ 0 h 5679440"/>
                    <a:gd name="connsiteX2" fmla="*/ 10922000 w 10922000"/>
                    <a:gd name="connsiteY2" fmla="*/ 0 h 5679440"/>
                    <a:gd name="connsiteX3" fmla="*/ 10922000 w 10922000"/>
                    <a:gd name="connsiteY3" fmla="*/ 5588000 h 5679440"/>
                    <a:gd name="connsiteX4" fmla="*/ 91440 w 10922000"/>
                    <a:gd name="connsiteY4" fmla="*/ 5679440 h 5679440"/>
                    <a:gd name="connsiteX0" fmla="*/ 0 w 10922000"/>
                    <a:gd name="connsiteY0" fmla="*/ 5588000 h 5588000"/>
                    <a:gd name="connsiteX1" fmla="*/ 0 w 10922000"/>
                    <a:gd name="connsiteY1" fmla="*/ 0 h 5588000"/>
                    <a:gd name="connsiteX2" fmla="*/ 10922000 w 10922000"/>
                    <a:gd name="connsiteY2" fmla="*/ 0 h 5588000"/>
                    <a:gd name="connsiteX3" fmla="*/ 10922000 w 10922000"/>
                    <a:gd name="connsiteY3" fmla="*/ 558800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0" fmla="*/ 0 w 10922000"/>
                    <a:gd name="connsiteY0" fmla="*/ 0 h 0"/>
                    <a:gd name="connsiteX1" fmla="*/ 10922000 w 109220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22000">
                      <a:moveTo>
                        <a:pt x="0" y="0"/>
                      </a:moveTo>
                      <a:lnTo>
                        <a:pt x="1092200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02" name="Centermarks">
              <a:extLst>
                <a:ext uri="{FF2B5EF4-FFF2-40B4-BE49-F238E27FC236}">
                  <a16:creationId xmlns:a16="http://schemas.microsoft.com/office/drawing/2014/main" id="{B481628F-0353-48AE-A070-A2563BBEF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-467620" y="-480320"/>
              <a:ext cx="13139940" cy="7818640"/>
              <a:chOff x="-467620" y="-480320"/>
              <a:chExt cx="13139940" cy="7818640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0E6158A2-C789-4121-B703-768A6595B922}"/>
                  </a:ext>
                </a:extLst>
              </p:cNvPr>
              <p:cNvGrpSpPr/>
              <p:nvPr/>
            </p:nvGrpSpPr>
            <p:grpSpPr>
              <a:xfrm>
                <a:off x="6096000" y="-480320"/>
                <a:ext cx="0" cy="7818640"/>
                <a:chOff x="6407150" y="-327920"/>
                <a:chExt cx="0" cy="7818640"/>
              </a:xfrm>
            </p:grpSpPr>
            <p:sp>
              <p:nvSpPr>
                <p:cNvPr id="96" name="Rectangle 3">
                  <a:extLst>
                    <a:ext uri="{FF2B5EF4-FFF2-40B4-BE49-F238E27FC236}">
                      <a16:creationId xmlns:a16="http://schemas.microsoft.com/office/drawing/2014/main" id="{0ABB1847-6139-40BB-BF2B-86994AF601C5}"/>
                    </a:ext>
                  </a:extLst>
                </p:cNvPr>
                <p:cNvSpPr/>
                <p:nvPr/>
              </p:nvSpPr>
              <p:spPr>
                <a:xfrm>
                  <a:off x="6407150" y="-32792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lgDash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Rectangle 3">
                  <a:extLst>
                    <a:ext uri="{FF2B5EF4-FFF2-40B4-BE49-F238E27FC236}">
                      <a16:creationId xmlns:a16="http://schemas.microsoft.com/office/drawing/2014/main" id="{2A2F185F-5502-4E68-878B-1D658D6B05F6}"/>
                    </a:ext>
                  </a:extLst>
                </p:cNvPr>
                <p:cNvSpPr/>
                <p:nvPr/>
              </p:nvSpPr>
              <p:spPr>
                <a:xfrm>
                  <a:off x="6407150" y="713072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lgDash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9" name="Group 98" hidden="1">
                <a:extLst>
                  <a:ext uri="{FF2B5EF4-FFF2-40B4-BE49-F238E27FC236}">
                    <a16:creationId xmlns:a16="http://schemas.microsoft.com/office/drawing/2014/main" id="{8EA75365-FC78-414E-AA7C-A84AD10FECC8}"/>
                  </a:ext>
                </a:extLst>
              </p:cNvPr>
              <p:cNvGrpSpPr/>
              <p:nvPr/>
            </p:nvGrpSpPr>
            <p:grpSpPr>
              <a:xfrm rot="5400000">
                <a:off x="6102350" y="-3140970"/>
                <a:ext cx="0" cy="13139940"/>
                <a:chOff x="6407150" y="-5649220"/>
                <a:chExt cx="0" cy="13139940"/>
              </a:xfrm>
            </p:grpSpPr>
            <p:sp>
              <p:nvSpPr>
                <p:cNvPr id="100" name="Rectangle 3">
                  <a:extLst>
                    <a:ext uri="{FF2B5EF4-FFF2-40B4-BE49-F238E27FC236}">
                      <a16:creationId xmlns:a16="http://schemas.microsoft.com/office/drawing/2014/main" id="{8620625C-F50D-40A8-8205-9A7C3F92AD54}"/>
                    </a:ext>
                  </a:extLst>
                </p:cNvPr>
                <p:cNvSpPr/>
                <p:nvPr/>
              </p:nvSpPr>
              <p:spPr>
                <a:xfrm>
                  <a:off x="6407150" y="-564922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lgDash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Rectangle 3">
                  <a:extLst>
                    <a:ext uri="{FF2B5EF4-FFF2-40B4-BE49-F238E27FC236}">
                      <a16:creationId xmlns:a16="http://schemas.microsoft.com/office/drawing/2014/main" id="{B8E7D18A-43CC-4A7F-BAC4-AF00D911FCAF}"/>
                    </a:ext>
                  </a:extLst>
                </p:cNvPr>
                <p:cNvSpPr/>
                <p:nvPr/>
              </p:nvSpPr>
              <p:spPr>
                <a:xfrm>
                  <a:off x="6407150" y="713072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lgDash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03" name="Grid-12col_25gut">
              <a:extLst>
                <a:ext uri="{FF2B5EF4-FFF2-40B4-BE49-F238E27FC236}">
                  <a16:creationId xmlns:a16="http://schemas.microsoft.com/office/drawing/2014/main" id="{9650104C-ABA9-4BCA-93BE-4088560C1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635000" y="635000"/>
              <a:ext cx="10922000" cy="5588000"/>
              <a:chOff x="635000" y="635000"/>
              <a:chExt cx="10922000" cy="558800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5CA3CDD0-DC9D-4A95-9E0B-E0DC7A7ED81D}"/>
                  </a:ext>
                </a:extLst>
              </p:cNvPr>
              <p:cNvGrpSpPr/>
              <p:nvPr/>
            </p:nvGrpSpPr>
            <p:grpSpPr>
              <a:xfrm>
                <a:off x="635000" y="635000"/>
                <a:ext cx="10922000" cy="5588000"/>
                <a:chOff x="635000" y="0"/>
                <a:chExt cx="10922000" cy="5588000"/>
              </a:xfrm>
            </p:grpSpPr>
            <p:sp>
              <p:nvSpPr>
                <p:cNvPr id="109" name="Rectangle 3">
                  <a:extLst>
                    <a:ext uri="{FF2B5EF4-FFF2-40B4-BE49-F238E27FC236}">
                      <a16:creationId xmlns:a16="http://schemas.microsoft.com/office/drawing/2014/main" id="{A58DE3C4-F446-4B88-9CF9-CF626BDB91AD}"/>
                    </a:ext>
                  </a:extLst>
                </p:cNvPr>
                <p:cNvSpPr/>
                <p:nvPr/>
              </p:nvSpPr>
              <p:spPr>
                <a:xfrm>
                  <a:off x="6350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0" name="Rectangle 3">
                  <a:extLst>
                    <a:ext uri="{FF2B5EF4-FFF2-40B4-BE49-F238E27FC236}">
                      <a16:creationId xmlns:a16="http://schemas.microsoft.com/office/drawing/2014/main" id="{C1AA56EB-81C0-4572-BFF8-DB1C4AE94130}"/>
                    </a:ext>
                  </a:extLst>
                </p:cNvPr>
                <p:cNvSpPr/>
                <p:nvPr/>
              </p:nvSpPr>
              <p:spPr>
                <a:xfrm>
                  <a:off x="125412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Rectangle 3">
                  <a:extLst>
                    <a:ext uri="{FF2B5EF4-FFF2-40B4-BE49-F238E27FC236}">
                      <a16:creationId xmlns:a16="http://schemas.microsoft.com/office/drawing/2014/main" id="{7E3F438A-331F-4FEF-B2D2-C914F1BEB1D9}"/>
                    </a:ext>
                  </a:extLst>
                </p:cNvPr>
                <p:cNvSpPr/>
                <p:nvPr/>
              </p:nvSpPr>
              <p:spPr>
                <a:xfrm>
                  <a:off x="157162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2" name="Rectangle 3">
                  <a:extLst>
                    <a:ext uri="{FF2B5EF4-FFF2-40B4-BE49-F238E27FC236}">
                      <a16:creationId xmlns:a16="http://schemas.microsoft.com/office/drawing/2014/main" id="{2A4E91D9-5815-4A08-BAF2-B2B3DC93C56A}"/>
                    </a:ext>
                  </a:extLst>
                </p:cNvPr>
                <p:cNvSpPr/>
                <p:nvPr/>
              </p:nvSpPr>
              <p:spPr>
                <a:xfrm>
                  <a:off x="219075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" name="Rectangle 3">
                  <a:extLst>
                    <a:ext uri="{FF2B5EF4-FFF2-40B4-BE49-F238E27FC236}">
                      <a16:creationId xmlns:a16="http://schemas.microsoft.com/office/drawing/2014/main" id="{A58A6DC5-6351-4ADE-AE23-64F02E138C60}"/>
                    </a:ext>
                  </a:extLst>
                </p:cNvPr>
                <p:cNvSpPr/>
                <p:nvPr/>
              </p:nvSpPr>
              <p:spPr>
                <a:xfrm>
                  <a:off x="250825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" name="Rectangle 3">
                  <a:extLst>
                    <a:ext uri="{FF2B5EF4-FFF2-40B4-BE49-F238E27FC236}">
                      <a16:creationId xmlns:a16="http://schemas.microsoft.com/office/drawing/2014/main" id="{CC5AC4D4-D6AC-4BC5-BE98-292C0B381ADC}"/>
                    </a:ext>
                  </a:extLst>
                </p:cNvPr>
                <p:cNvSpPr/>
                <p:nvPr/>
              </p:nvSpPr>
              <p:spPr>
                <a:xfrm>
                  <a:off x="312737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5" name="Rectangle 3">
                  <a:extLst>
                    <a:ext uri="{FF2B5EF4-FFF2-40B4-BE49-F238E27FC236}">
                      <a16:creationId xmlns:a16="http://schemas.microsoft.com/office/drawing/2014/main" id="{34856092-5D30-490D-B292-94EEDDB0BC25}"/>
                    </a:ext>
                  </a:extLst>
                </p:cNvPr>
                <p:cNvSpPr/>
                <p:nvPr/>
              </p:nvSpPr>
              <p:spPr>
                <a:xfrm>
                  <a:off x="344487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Rectangle 3">
                  <a:extLst>
                    <a:ext uri="{FF2B5EF4-FFF2-40B4-BE49-F238E27FC236}">
                      <a16:creationId xmlns:a16="http://schemas.microsoft.com/office/drawing/2014/main" id="{CDEF51CF-022D-4A97-BB14-35CBB8AFBA92}"/>
                    </a:ext>
                  </a:extLst>
                </p:cNvPr>
                <p:cNvSpPr/>
                <p:nvPr/>
              </p:nvSpPr>
              <p:spPr>
                <a:xfrm>
                  <a:off x="40640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7" name="Rectangle 3">
                  <a:extLst>
                    <a:ext uri="{FF2B5EF4-FFF2-40B4-BE49-F238E27FC236}">
                      <a16:creationId xmlns:a16="http://schemas.microsoft.com/office/drawing/2014/main" id="{62A8C6FA-E8B3-461E-ABDB-42A3580E1D17}"/>
                    </a:ext>
                  </a:extLst>
                </p:cNvPr>
                <p:cNvSpPr/>
                <p:nvPr/>
              </p:nvSpPr>
              <p:spPr>
                <a:xfrm>
                  <a:off x="43815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" name="Rectangle 3">
                  <a:extLst>
                    <a:ext uri="{FF2B5EF4-FFF2-40B4-BE49-F238E27FC236}">
                      <a16:creationId xmlns:a16="http://schemas.microsoft.com/office/drawing/2014/main" id="{9A638844-D85F-4BAD-87BC-378AE0DE95E7}"/>
                    </a:ext>
                  </a:extLst>
                </p:cNvPr>
                <p:cNvSpPr/>
                <p:nvPr/>
              </p:nvSpPr>
              <p:spPr>
                <a:xfrm>
                  <a:off x="500062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9" name="Rectangle 3">
                  <a:extLst>
                    <a:ext uri="{FF2B5EF4-FFF2-40B4-BE49-F238E27FC236}">
                      <a16:creationId xmlns:a16="http://schemas.microsoft.com/office/drawing/2014/main" id="{5403A344-A066-4844-B67B-F2C2E57DB46A}"/>
                    </a:ext>
                  </a:extLst>
                </p:cNvPr>
                <p:cNvSpPr/>
                <p:nvPr/>
              </p:nvSpPr>
              <p:spPr>
                <a:xfrm>
                  <a:off x="531812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0" name="Rectangle 3">
                  <a:extLst>
                    <a:ext uri="{FF2B5EF4-FFF2-40B4-BE49-F238E27FC236}">
                      <a16:creationId xmlns:a16="http://schemas.microsoft.com/office/drawing/2014/main" id="{D8DADAC4-BDAB-48CC-A9ED-3EE358538CBE}"/>
                    </a:ext>
                  </a:extLst>
                </p:cNvPr>
                <p:cNvSpPr/>
                <p:nvPr/>
              </p:nvSpPr>
              <p:spPr>
                <a:xfrm>
                  <a:off x="593725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1" name="Rectangle 3">
                  <a:extLst>
                    <a:ext uri="{FF2B5EF4-FFF2-40B4-BE49-F238E27FC236}">
                      <a16:creationId xmlns:a16="http://schemas.microsoft.com/office/drawing/2014/main" id="{CF52F8C2-2B66-4BE1-A650-5801376B1C97}"/>
                    </a:ext>
                  </a:extLst>
                </p:cNvPr>
                <p:cNvSpPr/>
                <p:nvPr/>
              </p:nvSpPr>
              <p:spPr>
                <a:xfrm>
                  <a:off x="625475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2" name="Rectangle 3">
                  <a:extLst>
                    <a:ext uri="{FF2B5EF4-FFF2-40B4-BE49-F238E27FC236}">
                      <a16:creationId xmlns:a16="http://schemas.microsoft.com/office/drawing/2014/main" id="{B6E50101-B5C5-46EC-B875-A6D2BE19151F}"/>
                    </a:ext>
                  </a:extLst>
                </p:cNvPr>
                <p:cNvSpPr/>
                <p:nvPr/>
              </p:nvSpPr>
              <p:spPr>
                <a:xfrm>
                  <a:off x="687387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" name="Rectangle 3">
                  <a:extLst>
                    <a:ext uri="{FF2B5EF4-FFF2-40B4-BE49-F238E27FC236}">
                      <a16:creationId xmlns:a16="http://schemas.microsoft.com/office/drawing/2014/main" id="{FDAB2746-15F9-4C31-B883-221D35A45F4A}"/>
                    </a:ext>
                  </a:extLst>
                </p:cNvPr>
                <p:cNvSpPr/>
                <p:nvPr/>
              </p:nvSpPr>
              <p:spPr>
                <a:xfrm>
                  <a:off x="719137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" name="Rectangle 3">
                  <a:extLst>
                    <a:ext uri="{FF2B5EF4-FFF2-40B4-BE49-F238E27FC236}">
                      <a16:creationId xmlns:a16="http://schemas.microsoft.com/office/drawing/2014/main" id="{6009210F-E2FD-4D03-B4EA-72F0D62D1FBA}"/>
                    </a:ext>
                  </a:extLst>
                </p:cNvPr>
                <p:cNvSpPr/>
                <p:nvPr/>
              </p:nvSpPr>
              <p:spPr>
                <a:xfrm>
                  <a:off x="78105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" name="Rectangle 3">
                  <a:extLst>
                    <a:ext uri="{FF2B5EF4-FFF2-40B4-BE49-F238E27FC236}">
                      <a16:creationId xmlns:a16="http://schemas.microsoft.com/office/drawing/2014/main" id="{A3E83874-3C3C-4772-8B38-1EFCCBF3229F}"/>
                    </a:ext>
                  </a:extLst>
                </p:cNvPr>
                <p:cNvSpPr/>
                <p:nvPr/>
              </p:nvSpPr>
              <p:spPr>
                <a:xfrm>
                  <a:off x="81280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6" name="Rectangle 3">
                  <a:extLst>
                    <a:ext uri="{FF2B5EF4-FFF2-40B4-BE49-F238E27FC236}">
                      <a16:creationId xmlns:a16="http://schemas.microsoft.com/office/drawing/2014/main" id="{635134B5-C41E-4081-A2D3-DFEFACE2C864}"/>
                    </a:ext>
                  </a:extLst>
                </p:cNvPr>
                <p:cNvSpPr/>
                <p:nvPr/>
              </p:nvSpPr>
              <p:spPr>
                <a:xfrm>
                  <a:off x="874712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7" name="Rectangle 3">
                  <a:extLst>
                    <a:ext uri="{FF2B5EF4-FFF2-40B4-BE49-F238E27FC236}">
                      <a16:creationId xmlns:a16="http://schemas.microsoft.com/office/drawing/2014/main" id="{F05697B0-8AE4-4299-A869-B45C406A963D}"/>
                    </a:ext>
                  </a:extLst>
                </p:cNvPr>
                <p:cNvSpPr/>
                <p:nvPr/>
              </p:nvSpPr>
              <p:spPr>
                <a:xfrm>
                  <a:off x="906462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Rectangle 3">
                  <a:extLst>
                    <a:ext uri="{FF2B5EF4-FFF2-40B4-BE49-F238E27FC236}">
                      <a16:creationId xmlns:a16="http://schemas.microsoft.com/office/drawing/2014/main" id="{95C0FAFB-4CBD-4680-B198-48D9AE36D3A9}"/>
                    </a:ext>
                  </a:extLst>
                </p:cNvPr>
                <p:cNvSpPr/>
                <p:nvPr/>
              </p:nvSpPr>
              <p:spPr>
                <a:xfrm>
                  <a:off x="968375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" name="Rectangle 3">
                  <a:extLst>
                    <a:ext uri="{FF2B5EF4-FFF2-40B4-BE49-F238E27FC236}">
                      <a16:creationId xmlns:a16="http://schemas.microsoft.com/office/drawing/2014/main" id="{5CC66913-DFCC-4F38-A2CF-67C2B77528B0}"/>
                    </a:ext>
                  </a:extLst>
                </p:cNvPr>
                <p:cNvSpPr/>
                <p:nvPr/>
              </p:nvSpPr>
              <p:spPr>
                <a:xfrm>
                  <a:off x="1000125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Rectangle 3">
                  <a:extLst>
                    <a:ext uri="{FF2B5EF4-FFF2-40B4-BE49-F238E27FC236}">
                      <a16:creationId xmlns:a16="http://schemas.microsoft.com/office/drawing/2014/main" id="{EFE8CEF2-9BAC-4BD4-BADE-7D26EDEA3F38}"/>
                    </a:ext>
                  </a:extLst>
                </p:cNvPr>
                <p:cNvSpPr/>
                <p:nvPr/>
              </p:nvSpPr>
              <p:spPr>
                <a:xfrm>
                  <a:off x="10620375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" name="Rectangle 3">
                  <a:extLst>
                    <a:ext uri="{FF2B5EF4-FFF2-40B4-BE49-F238E27FC236}">
                      <a16:creationId xmlns:a16="http://schemas.microsoft.com/office/drawing/2014/main" id="{6AE1D900-9DB5-4DFF-AB65-4F4CE67652BB}"/>
                    </a:ext>
                  </a:extLst>
                </p:cNvPr>
                <p:cNvSpPr/>
                <p:nvPr/>
              </p:nvSpPr>
              <p:spPr>
                <a:xfrm>
                  <a:off x="109347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" name="Rectangle 3">
                  <a:extLst>
                    <a:ext uri="{FF2B5EF4-FFF2-40B4-BE49-F238E27FC236}">
                      <a16:creationId xmlns:a16="http://schemas.microsoft.com/office/drawing/2014/main" id="{3D158AD5-E233-45D0-93F9-F45C38F1D69D}"/>
                    </a:ext>
                  </a:extLst>
                </p:cNvPr>
                <p:cNvSpPr/>
                <p:nvPr/>
              </p:nvSpPr>
              <p:spPr>
                <a:xfrm>
                  <a:off x="11557000" y="0"/>
                  <a:ext cx="0" cy="5588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FAB08189-D68A-43BA-B475-F2DD7F0ECF65}"/>
                  </a:ext>
                </a:extLst>
              </p:cNvPr>
              <p:cNvGrpSpPr/>
              <p:nvPr/>
            </p:nvGrpSpPr>
            <p:grpSpPr>
              <a:xfrm>
                <a:off x="635000" y="635000"/>
                <a:ext cx="10922000" cy="5588000"/>
                <a:chOff x="635000" y="635000"/>
                <a:chExt cx="10922000" cy="5588000"/>
              </a:xfrm>
            </p:grpSpPr>
            <p:sp>
              <p:nvSpPr>
                <p:cNvPr id="107" name="Rectangle 2">
                  <a:extLst>
                    <a:ext uri="{FF2B5EF4-FFF2-40B4-BE49-F238E27FC236}">
                      <a16:creationId xmlns:a16="http://schemas.microsoft.com/office/drawing/2014/main" id="{2F8C43A8-4C01-413E-9734-C621C8D3DCB8}"/>
                    </a:ext>
                  </a:extLst>
                </p:cNvPr>
                <p:cNvSpPr/>
                <p:nvPr/>
              </p:nvSpPr>
              <p:spPr>
                <a:xfrm>
                  <a:off x="635000" y="635000"/>
                  <a:ext cx="10922000" cy="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5588000 h 5679440"/>
                    <a:gd name="connsiteX1" fmla="*/ 0 w 10922000"/>
                    <a:gd name="connsiteY1" fmla="*/ 0 h 5679440"/>
                    <a:gd name="connsiteX2" fmla="*/ 10922000 w 10922000"/>
                    <a:gd name="connsiteY2" fmla="*/ 0 h 5679440"/>
                    <a:gd name="connsiteX3" fmla="*/ 10922000 w 10922000"/>
                    <a:gd name="connsiteY3" fmla="*/ 5588000 h 5679440"/>
                    <a:gd name="connsiteX4" fmla="*/ 91440 w 10922000"/>
                    <a:gd name="connsiteY4" fmla="*/ 5679440 h 5679440"/>
                    <a:gd name="connsiteX0" fmla="*/ 0 w 10922000"/>
                    <a:gd name="connsiteY0" fmla="*/ 5588000 h 5588000"/>
                    <a:gd name="connsiteX1" fmla="*/ 0 w 10922000"/>
                    <a:gd name="connsiteY1" fmla="*/ 0 h 5588000"/>
                    <a:gd name="connsiteX2" fmla="*/ 10922000 w 10922000"/>
                    <a:gd name="connsiteY2" fmla="*/ 0 h 5588000"/>
                    <a:gd name="connsiteX3" fmla="*/ 10922000 w 10922000"/>
                    <a:gd name="connsiteY3" fmla="*/ 558800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0" fmla="*/ 0 w 10922000"/>
                    <a:gd name="connsiteY0" fmla="*/ 0 h 0"/>
                    <a:gd name="connsiteX1" fmla="*/ 10922000 w 109220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22000">
                      <a:moveTo>
                        <a:pt x="0" y="0"/>
                      </a:moveTo>
                      <a:lnTo>
                        <a:pt x="1092200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8" name="Rectangle 2">
                  <a:extLst>
                    <a:ext uri="{FF2B5EF4-FFF2-40B4-BE49-F238E27FC236}">
                      <a16:creationId xmlns:a16="http://schemas.microsoft.com/office/drawing/2014/main" id="{9576B277-EDFA-4380-93D2-F64ACD393C24}"/>
                    </a:ext>
                  </a:extLst>
                </p:cNvPr>
                <p:cNvSpPr/>
                <p:nvPr/>
              </p:nvSpPr>
              <p:spPr>
                <a:xfrm>
                  <a:off x="635000" y="6223000"/>
                  <a:ext cx="10922000" cy="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5588000 h 5679440"/>
                    <a:gd name="connsiteX1" fmla="*/ 0 w 10922000"/>
                    <a:gd name="connsiteY1" fmla="*/ 0 h 5679440"/>
                    <a:gd name="connsiteX2" fmla="*/ 10922000 w 10922000"/>
                    <a:gd name="connsiteY2" fmla="*/ 0 h 5679440"/>
                    <a:gd name="connsiteX3" fmla="*/ 10922000 w 10922000"/>
                    <a:gd name="connsiteY3" fmla="*/ 5588000 h 5679440"/>
                    <a:gd name="connsiteX4" fmla="*/ 91440 w 10922000"/>
                    <a:gd name="connsiteY4" fmla="*/ 5679440 h 5679440"/>
                    <a:gd name="connsiteX0" fmla="*/ 0 w 10922000"/>
                    <a:gd name="connsiteY0" fmla="*/ 5588000 h 5588000"/>
                    <a:gd name="connsiteX1" fmla="*/ 0 w 10922000"/>
                    <a:gd name="connsiteY1" fmla="*/ 0 h 5588000"/>
                    <a:gd name="connsiteX2" fmla="*/ 10922000 w 10922000"/>
                    <a:gd name="connsiteY2" fmla="*/ 0 h 5588000"/>
                    <a:gd name="connsiteX3" fmla="*/ 10922000 w 10922000"/>
                    <a:gd name="connsiteY3" fmla="*/ 558800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0" fmla="*/ 0 w 10922000"/>
                    <a:gd name="connsiteY0" fmla="*/ 0 h 0"/>
                    <a:gd name="connsiteX1" fmla="*/ 10922000 w 109220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22000">
                      <a:moveTo>
                        <a:pt x="0" y="0"/>
                      </a:moveTo>
                      <a:lnTo>
                        <a:pt x="1092200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3175" cap="flat" cmpd="sng" algn="ctr">
                  <a:solidFill>
                    <a:srgbClr val="FF00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772A38C-1560-46D4-A712-3529C8C71704}"/>
                </a:ext>
              </a:extLst>
            </p:cNvPr>
            <p:cNvGrpSpPr/>
            <p:nvPr userDrawn="1"/>
          </p:nvGrpSpPr>
          <p:grpSpPr>
            <a:xfrm>
              <a:off x="-480320" y="1521123"/>
              <a:ext cx="13097599" cy="4259397"/>
              <a:chOff x="-480320" y="1521123"/>
              <a:chExt cx="13097599" cy="425939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4E5D326-7DDB-40F4-B69A-7B174D8F90F0}"/>
                  </a:ext>
                </a:extLst>
              </p:cNvPr>
              <p:cNvGrpSpPr/>
              <p:nvPr userDrawn="1"/>
            </p:nvGrpSpPr>
            <p:grpSpPr>
              <a:xfrm>
                <a:off x="-480320" y="5422900"/>
                <a:ext cx="13084250" cy="0"/>
                <a:chOff x="-480320" y="5422900"/>
                <a:chExt cx="13084250" cy="0"/>
              </a:xfrm>
            </p:grpSpPr>
            <p:sp>
              <p:nvSpPr>
                <p:cNvPr id="8" name="Rectangle 3">
                  <a:extLst>
                    <a:ext uri="{FF2B5EF4-FFF2-40B4-BE49-F238E27FC236}">
                      <a16:creationId xmlns:a16="http://schemas.microsoft.com/office/drawing/2014/main" id="{B8049DA0-8D9F-41C1-9A5E-4DEFB387C68F}"/>
                    </a:ext>
                  </a:extLst>
                </p:cNvPr>
                <p:cNvSpPr/>
                <p:nvPr userDrawn="1"/>
              </p:nvSpPr>
              <p:spPr>
                <a:xfrm rot="5400000">
                  <a:off x="1242393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5A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" name="Rectangle 3">
                  <a:extLst>
                    <a:ext uri="{FF2B5EF4-FFF2-40B4-BE49-F238E27FC236}">
                      <a16:creationId xmlns:a16="http://schemas.microsoft.com/office/drawing/2014/main" id="{7A8DBF2E-E467-416B-8CEC-6E1F4D111D8B}"/>
                    </a:ext>
                  </a:extLst>
                </p:cNvPr>
                <p:cNvSpPr/>
                <p:nvPr userDrawn="1"/>
              </p:nvSpPr>
              <p:spPr>
                <a:xfrm rot="5400000">
                  <a:off x="-30032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5A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5200224-9B58-4F85-8197-D6018928E99C}"/>
                  </a:ext>
                </a:extLst>
              </p:cNvPr>
              <p:cNvGrpSpPr/>
              <p:nvPr userDrawn="1"/>
            </p:nvGrpSpPr>
            <p:grpSpPr>
              <a:xfrm>
                <a:off x="-480320" y="1521123"/>
                <a:ext cx="13084250" cy="0"/>
                <a:chOff x="-480320" y="5422900"/>
                <a:chExt cx="13084250" cy="0"/>
              </a:xfrm>
            </p:grpSpPr>
            <p:sp>
              <p:nvSpPr>
                <p:cNvPr id="137" name="Rectangle 3">
                  <a:extLst>
                    <a:ext uri="{FF2B5EF4-FFF2-40B4-BE49-F238E27FC236}">
                      <a16:creationId xmlns:a16="http://schemas.microsoft.com/office/drawing/2014/main" id="{57F179E3-7FE4-432F-AE10-BC2388DFA663}"/>
                    </a:ext>
                  </a:extLst>
                </p:cNvPr>
                <p:cNvSpPr/>
                <p:nvPr userDrawn="1"/>
              </p:nvSpPr>
              <p:spPr>
                <a:xfrm rot="5400000">
                  <a:off x="1242393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5A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8" name="Rectangle 3">
                  <a:extLst>
                    <a:ext uri="{FF2B5EF4-FFF2-40B4-BE49-F238E27FC236}">
                      <a16:creationId xmlns:a16="http://schemas.microsoft.com/office/drawing/2014/main" id="{0E20C13E-B647-4708-AF6E-E577F084D731}"/>
                    </a:ext>
                  </a:extLst>
                </p:cNvPr>
                <p:cNvSpPr/>
                <p:nvPr userDrawn="1"/>
              </p:nvSpPr>
              <p:spPr>
                <a:xfrm rot="5400000">
                  <a:off x="-30032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5A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C30094C5-9285-41E8-BDC3-8D8CCE156352}"/>
                  </a:ext>
                </a:extLst>
              </p:cNvPr>
              <p:cNvGrpSpPr/>
              <p:nvPr userDrawn="1"/>
            </p:nvGrpSpPr>
            <p:grpSpPr>
              <a:xfrm>
                <a:off x="-466971" y="5780520"/>
                <a:ext cx="13084250" cy="0"/>
                <a:chOff x="-480320" y="5422900"/>
                <a:chExt cx="13084250" cy="0"/>
              </a:xfrm>
            </p:grpSpPr>
            <p:sp>
              <p:nvSpPr>
                <p:cNvPr id="140" name="Rectangle 3">
                  <a:extLst>
                    <a:ext uri="{FF2B5EF4-FFF2-40B4-BE49-F238E27FC236}">
                      <a16:creationId xmlns:a16="http://schemas.microsoft.com/office/drawing/2014/main" id="{AA561B33-D9F2-4D41-96A3-6021A3A407CD}"/>
                    </a:ext>
                  </a:extLst>
                </p:cNvPr>
                <p:cNvSpPr/>
                <p:nvPr userDrawn="1"/>
              </p:nvSpPr>
              <p:spPr>
                <a:xfrm rot="5400000">
                  <a:off x="1242393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5A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" name="Rectangle 3">
                  <a:extLst>
                    <a:ext uri="{FF2B5EF4-FFF2-40B4-BE49-F238E27FC236}">
                      <a16:creationId xmlns:a16="http://schemas.microsoft.com/office/drawing/2014/main" id="{CE69C9A9-AB98-4085-9068-5F9C38423BE2}"/>
                    </a:ext>
                  </a:extLst>
                </p:cNvPr>
                <p:cNvSpPr/>
                <p:nvPr userDrawn="1"/>
              </p:nvSpPr>
              <p:spPr>
                <a:xfrm rot="5400000">
                  <a:off x="-30032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5A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F1D7BF51-B8D0-4C7B-BFFC-5CC33DC96CB2}"/>
                  </a:ext>
                </a:extLst>
              </p:cNvPr>
              <p:cNvGrpSpPr/>
              <p:nvPr userDrawn="1"/>
            </p:nvGrpSpPr>
            <p:grpSpPr>
              <a:xfrm>
                <a:off x="-480320" y="5156650"/>
                <a:ext cx="13084250" cy="0"/>
                <a:chOff x="-480320" y="5422900"/>
                <a:chExt cx="13084250" cy="0"/>
              </a:xfrm>
            </p:grpSpPr>
            <p:sp>
              <p:nvSpPr>
                <p:cNvPr id="143" name="Rectangle 3">
                  <a:extLst>
                    <a:ext uri="{FF2B5EF4-FFF2-40B4-BE49-F238E27FC236}">
                      <a16:creationId xmlns:a16="http://schemas.microsoft.com/office/drawing/2014/main" id="{7DD18FC5-A272-4B71-99CE-922C9ED097D1}"/>
                    </a:ext>
                  </a:extLst>
                </p:cNvPr>
                <p:cNvSpPr/>
                <p:nvPr userDrawn="1"/>
              </p:nvSpPr>
              <p:spPr>
                <a:xfrm rot="5400000">
                  <a:off x="1242393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009E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" name="Rectangle 3">
                  <a:extLst>
                    <a:ext uri="{FF2B5EF4-FFF2-40B4-BE49-F238E27FC236}">
                      <a16:creationId xmlns:a16="http://schemas.microsoft.com/office/drawing/2014/main" id="{3E919D0D-C649-4222-B349-34D331DEBFFE}"/>
                    </a:ext>
                  </a:extLst>
                </p:cNvPr>
                <p:cNvSpPr/>
                <p:nvPr userDrawn="1"/>
              </p:nvSpPr>
              <p:spPr>
                <a:xfrm rot="5400000">
                  <a:off x="-300320" y="5242900"/>
                  <a:ext cx="0" cy="360000"/>
                </a:xfrm>
                <a:custGeom>
                  <a:avLst/>
                  <a:gdLst>
                    <a:gd name="connsiteX0" fmla="*/ 0 w 10922000"/>
                    <a:gd name="connsiteY0" fmla="*/ 0 h 5588000"/>
                    <a:gd name="connsiteX1" fmla="*/ 10922000 w 10922000"/>
                    <a:gd name="connsiteY1" fmla="*/ 0 h 5588000"/>
                    <a:gd name="connsiteX2" fmla="*/ 10922000 w 10922000"/>
                    <a:gd name="connsiteY2" fmla="*/ 5588000 h 5588000"/>
                    <a:gd name="connsiteX3" fmla="*/ 0 w 10922000"/>
                    <a:gd name="connsiteY3" fmla="*/ 5588000 h 5588000"/>
                    <a:gd name="connsiteX4" fmla="*/ 0 w 10922000"/>
                    <a:gd name="connsiteY4" fmla="*/ 0 h 5588000"/>
                    <a:gd name="connsiteX0" fmla="*/ 0 w 10922000"/>
                    <a:gd name="connsiteY0" fmla="*/ 0 h 5588000"/>
                    <a:gd name="connsiteX1" fmla="*/ 10922000 w 10922000"/>
                    <a:gd name="connsiteY1" fmla="*/ 5588000 h 5588000"/>
                    <a:gd name="connsiteX2" fmla="*/ 0 w 10922000"/>
                    <a:gd name="connsiteY2" fmla="*/ 5588000 h 5588000"/>
                    <a:gd name="connsiteX3" fmla="*/ 0 w 10922000"/>
                    <a:gd name="connsiteY3" fmla="*/ 0 h 5588000"/>
                    <a:gd name="connsiteX0" fmla="*/ 10922000 w 11013440"/>
                    <a:gd name="connsiteY0" fmla="*/ 5588000 h 5679440"/>
                    <a:gd name="connsiteX1" fmla="*/ 0 w 11013440"/>
                    <a:gd name="connsiteY1" fmla="*/ 5588000 h 5679440"/>
                    <a:gd name="connsiteX2" fmla="*/ 0 w 11013440"/>
                    <a:gd name="connsiteY2" fmla="*/ 0 h 5679440"/>
                    <a:gd name="connsiteX3" fmla="*/ 11013440 w 11013440"/>
                    <a:gd name="connsiteY3" fmla="*/ 5679440 h 5679440"/>
                    <a:gd name="connsiteX0" fmla="*/ 10922000 w 10922000"/>
                    <a:gd name="connsiteY0" fmla="*/ 5588000 h 5588000"/>
                    <a:gd name="connsiteX1" fmla="*/ 0 w 10922000"/>
                    <a:gd name="connsiteY1" fmla="*/ 5588000 h 5588000"/>
                    <a:gd name="connsiteX2" fmla="*/ 0 w 10922000"/>
                    <a:gd name="connsiteY2" fmla="*/ 0 h 5588000"/>
                    <a:gd name="connsiteX0" fmla="*/ 0 w 0"/>
                    <a:gd name="connsiteY0" fmla="*/ 5588000 h 5588000"/>
                    <a:gd name="connsiteX1" fmla="*/ 0 w 0"/>
                    <a:gd name="connsiteY1" fmla="*/ 0 h 558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588000">
                      <a:moveTo>
                        <a:pt x="0" y="558800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0096">
                    <a:alpha val="0"/>
                  </a:srgbClr>
                </a:solidFill>
                <a:ln w="12700" cap="flat" cmpd="sng" algn="ctr">
                  <a:solidFill>
                    <a:srgbClr val="00009E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sp>
        <p:nvSpPr>
          <p:cNvPr id="147" name="footer" descr="{&quot;templafy&quot;:{&quot;id&quot;:&quot;85292462-0005-4934-a776-85119705cff4&quot;}}" title="Form.Footer">
            <a:extLst>
              <a:ext uri="{FF2B5EF4-FFF2-40B4-BE49-F238E27FC236}">
                <a16:creationId xmlns:a16="http://schemas.microsoft.com/office/drawing/2014/main" id="{3B2289EA-8779-4347-8EA3-F708FCD27F34}"/>
              </a:ext>
            </a:extLst>
          </p:cNvPr>
          <p:cNvSpPr/>
          <p:nvPr userDrawn="1"/>
        </p:nvSpPr>
        <p:spPr>
          <a:xfrm>
            <a:off x="1016356" y="6231821"/>
            <a:ext cx="5079644" cy="2160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3000"/>
              </a:lnSpc>
            </a:pPr>
            <a:endParaRPr lang="en-GB" sz="1600"/>
          </a:p>
        </p:txBody>
      </p:sp>
      <p:pic>
        <p:nvPicPr>
          <p:cNvPr id="163244922" name="logo" descr="{&quot;templafy&quot;:{&quot;id&quot;:&quot;51161e05-6e94-47ea-988b-790ef1003b01&quot;}}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375200" y="5767200"/>
            <a:ext cx="1598400" cy="100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5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88" r:id="rId6"/>
    <p:sldLayoutId id="2147483725" r:id="rId7"/>
    <p:sldLayoutId id="214748372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94" r:id="rId15"/>
    <p:sldLayoutId id="2147483695" r:id="rId16"/>
    <p:sldLayoutId id="2147483696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724" r:id="rId23"/>
    <p:sldLayoutId id="2147483697" r:id="rId24"/>
    <p:sldLayoutId id="2147483698" r:id="rId25"/>
    <p:sldLayoutId id="2147483700" r:id="rId26"/>
    <p:sldLayoutId id="2147483699" r:id="rId27"/>
    <p:sldLayoutId id="2147483701" r:id="rId28"/>
    <p:sldLayoutId id="2147483703" r:id="rId29"/>
    <p:sldLayoutId id="2147483702" r:id="rId30"/>
    <p:sldLayoutId id="2147483704" r:id="rId31"/>
    <p:sldLayoutId id="2147483705" r:id="rId32"/>
    <p:sldLayoutId id="2147483708" r:id="rId33"/>
    <p:sldLayoutId id="2147483709" r:id="rId34"/>
    <p:sldLayoutId id="2147483710" r:id="rId35"/>
    <p:sldLayoutId id="2147483711" r:id="rId36"/>
    <p:sldLayoutId id="2147483693" r:id="rId37"/>
    <p:sldLayoutId id="2147483706" r:id="rId38"/>
    <p:sldLayoutId id="2147483707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9" r:id="rId46"/>
    <p:sldLayoutId id="2147483720" r:id="rId47"/>
    <p:sldLayoutId id="2147483721" r:id="rId48"/>
    <p:sldLayoutId id="2147483690" r:id="rId49"/>
    <p:sldLayoutId id="2147483691" r:id="rId50"/>
    <p:sldLayoutId id="2147483722" r:id="rId51"/>
    <p:sldLayoutId id="2147483723" r:id="rId52"/>
    <p:sldLayoutId id="2147483728" r:id="rId53"/>
    <p:sldLayoutId id="2147483730" r:id="rId54"/>
    <p:sldLayoutId id="2147483731" r:id="rId55"/>
  </p:sldLayoutIdLst>
  <p:hf hd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6000"/>
        </a:lnSpc>
        <a:spcBef>
          <a:spcPts val="0"/>
        </a:spcBef>
        <a:buFont typeface="Arial" panose="020B0604020202020204" pitchFamily="34" charset="0"/>
        <a:buChar char="​"/>
        <a:defRPr sz="3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6000"/>
        </a:lnSpc>
        <a:spcBef>
          <a:spcPts val="0"/>
        </a:spcBef>
        <a:buFont typeface="Arial" panose="020B0604020202020204" pitchFamily="34" charset="0"/>
        <a:buChar char="​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324000" algn="l" defTabSz="914400" rtl="0" eaLnBrk="1" latinLnBrk="0" hangingPunct="1">
        <a:lnSpc>
          <a:spcPct val="96000"/>
        </a:lnSpc>
        <a:spcBef>
          <a:spcPts val="0"/>
        </a:spcBef>
        <a:buFont typeface="KPN Metric" panose="020B0504020101010102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324000" algn="l" defTabSz="914400" rtl="0" eaLnBrk="1" latinLnBrk="0" hangingPunct="1">
        <a:lnSpc>
          <a:spcPct val="96000"/>
        </a:lnSpc>
        <a:spcBef>
          <a:spcPts val="0"/>
        </a:spcBef>
        <a:buFont typeface="KPN Metric" panose="020B0504020101010102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00" indent="-324000" algn="l" defTabSz="914400" rtl="0" eaLnBrk="1" latinLnBrk="0" hangingPunct="1">
        <a:lnSpc>
          <a:spcPct val="96000"/>
        </a:lnSpc>
        <a:spcBef>
          <a:spcPts val="0"/>
        </a:spcBef>
        <a:buFont typeface="KPN Metric" panose="020B0504020101010102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000" indent="-324000" algn="l" defTabSz="914400" rtl="0" eaLnBrk="1" latinLnBrk="0" hangingPunct="1">
        <a:lnSpc>
          <a:spcPct val="96000"/>
        </a:lnSpc>
        <a:spcBef>
          <a:spcPts val="0"/>
        </a:spcBef>
        <a:buFont typeface="KPN Metric" panose="020B0504020101010102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userDrawn="1">
          <p15:clr>
            <a:srgbClr val="D6D6D6"/>
          </p15:clr>
        </p15:guide>
        <p15:guide id="32" pos="7680" userDrawn="1">
          <p15:clr>
            <a:srgbClr val="D6D6D6"/>
          </p15:clr>
        </p15:guide>
        <p15:guide id="33" pos="400" userDrawn="1">
          <p15:clr>
            <a:srgbClr val="D6D6D6"/>
          </p15:clr>
        </p15:guide>
        <p15:guide id="34" pos="790" userDrawn="1">
          <p15:clr>
            <a:srgbClr val="D6D6D6"/>
          </p15:clr>
        </p15:guide>
        <p15:guide id="35" pos="990" userDrawn="1">
          <p15:clr>
            <a:srgbClr val="D6D6D6"/>
          </p15:clr>
        </p15:guide>
        <p15:guide id="36" pos="1380" userDrawn="1">
          <p15:clr>
            <a:srgbClr val="D6D6D6"/>
          </p15:clr>
        </p15:guide>
        <p15:guide id="37" pos="1580" userDrawn="1">
          <p15:clr>
            <a:srgbClr val="D6D6D6"/>
          </p15:clr>
        </p15:guide>
        <p15:guide id="38" pos="1970" userDrawn="1">
          <p15:clr>
            <a:srgbClr val="D6D6D6"/>
          </p15:clr>
        </p15:guide>
        <p15:guide id="39" pos="2170" userDrawn="1">
          <p15:clr>
            <a:srgbClr val="D6D6D6"/>
          </p15:clr>
        </p15:guide>
        <p15:guide id="40" pos="2560" userDrawn="1">
          <p15:clr>
            <a:srgbClr val="D6D6D6"/>
          </p15:clr>
        </p15:guide>
        <p15:guide id="41" pos="2760" userDrawn="1">
          <p15:clr>
            <a:srgbClr val="D6D6D6"/>
          </p15:clr>
        </p15:guide>
        <p15:guide id="42" pos="3150" userDrawn="1">
          <p15:clr>
            <a:srgbClr val="D6D6D6"/>
          </p15:clr>
        </p15:guide>
        <p15:guide id="43" pos="3350" userDrawn="1">
          <p15:clr>
            <a:srgbClr val="D6D6D6"/>
          </p15:clr>
        </p15:guide>
        <p15:guide id="44" pos="3740" userDrawn="1">
          <p15:clr>
            <a:srgbClr val="D6D6D6"/>
          </p15:clr>
        </p15:guide>
        <p15:guide id="45" pos="3940" userDrawn="1">
          <p15:clr>
            <a:srgbClr val="D6D6D6"/>
          </p15:clr>
        </p15:guide>
        <p15:guide id="46" pos="4330" userDrawn="1">
          <p15:clr>
            <a:srgbClr val="D6D6D6"/>
          </p15:clr>
        </p15:guide>
        <p15:guide id="47" pos="4530" userDrawn="1">
          <p15:clr>
            <a:srgbClr val="D6D6D6"/>
          </p15:clr>
        </p15:guide>
        <p15:guide id="48" pos="4920" userDrawn="1">
          <p15:clr>
            <a:srgbClr val="D6D6D6"/>
          </p15:clr>
        </p15:guide>
        <p15:guide id="49" pos="5120" userDrawn="1">
          <p15:clr>
            <a:srgbClr val="D6D6D6"/>
          </p15:clr>
        </p15:guide>
        <p15:guide id="50" pos="5510" userDrawn="1">
          <p15:clr>
            <a:srgbClr val="D6D6D6"/>
          </p15:clr>
        </p15:guide>
        <p15:guide id="51" pos="5710" userDrawn="1">
          <p15:clr>
            <a:srgbClr val="D6D6D6"/>
          </p15:clr>
        </p15:guide>
        <p15:guide id="52" pos="6100" userDrawn="1">
          <p15:clr>
            <a:srgbClr val="D6D6D6"/>
          </p15:clr>
        </p15:guide>
        <p15:guide id="53" pos="6300" userDrawn="1">
          <p15:clr>
            <a:srgbClr val="D6D6D6"/>
          </p15:clr>
        </p15:guide>
        <p15:guide id="54" pos="6690" userDrawn="1">
          <p15:clr>
            <a:srgbClr val="D6D6D6"/>
          </p15:clr>
        </p15:guide>
        <p15:guide id="55" pos="6890" userDrawn="1">
          <p15:clr>
            <a:srgbClr val="D6D6D6"/>
          </p15:clr>
        </p15:guide>
        <p15:guide id="56" pos="7280" userDrawn="1">
          <p15:clr>
            <a:srgbClr val="D6D6D6"/>
          </p15:clr>
        </p15:guide>
        <p15:guide id="57" orient="horz" userDrawn="1">
          <p15:clr>
            <a:srgbClr val="D6D6D6"/>
          </p15:clr>
        </p15:guide>
        <p15:guide id="58" orient="horz" pos="4320" userDrawn="1">
          <p15:clr>
            <a:srgbClr val="D6D6D6"/>
          </p15:clr>
        </p15:guide>
        <p15:guide id="59" orient="horz" pos="400" userDrawn="1">
          <p15:clr>
            <a:srgbClr val="D6D6D6"/>
          </p15:clr>
        </p15:guide>
        <p15:guide id="60" orient="horz" pos="3920" userDrawn="1">
          <p15:clr>
            <a:srgbClr val="D6D6D6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9F321-EA2B-1AD3-4911-EDA28C3E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B5A8D-C9B3-1220-A800-8FF3126D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E441-BF37-C2A3-8AA7-7F9941904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EE8B7-267B-644B-ABA2-45FC5FFA5D72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A176F-6492-E42D-3941-EB3AC85F2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6AA93-96F2-CEF2-1E8C-694D08F71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0EEB8-6D78-274A-AD46-1986481AE6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9091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reenbox@kp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2CB1-ABED-FF9A-C333-256BAF41C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219" y="1280037"/>
            <a:ext cx="10106171" cy="3893574"/>
          </a:xfrm>
        </p:spPr>
        <p:txBody>
          <a:bodyPr/>
          <a:lstStyle/>
          <a:p>
            <a:br>
              <a:rPr lang="en-NL" dirty="0"/>
            </a:br>
            <a:r>
              <a:rPr lang="en-NL" sz="6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dsh cli</a:t>
            </a:r>
            <a:br>
              <a:rPr lang="en-NL" sz="6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NL" dirty="0"/>
            </a:br>
            <a:br>
              <a:rPr lang="en-NL" dirty="0"/>
            </a:br>
            <a:endParaRPr lang="en-NL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2DD31-D1E3-0564-E221-BC20365EAC28}"/>
              </a:ext>
            </a:extLst>
          </p:cNvPr>
          <p:cNvSpPr txBox="1"/>
          <p:nvPr/>
        </p:nvSpPr>
        <p:spPr>
          <a:xfrm>
            <a:off x="597719" y="5750520"/>
            <a:ext cx="7940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ea typeface="+mj-ea"/>
                <a:cs typeface="Courier New" panose="02070309020205020404" pitchFamily="49" charset="0"/>
              </a:rPr>
              <a:t>date</a:t>
            </a:r>
            <a:r>
              <a:rPr lang="en-NL" dirty="0">
                <a:latin typeface="+mj-lt"/>
                <a:ea typeface="+mj-ea"/>
                <a:cs typeface="Courier New" panose="02070309020205020404" pitchFamily="49" charset="0"/>
              </a:rPr>
              <a:t>:</a:t>
            </a:r>
            <a:r>
              <a:rPr lang="en-NL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	2026-10-23</a:t>
            </a:r>
          </a:p>
          <a:p>
            <a:r>
              <a:rPr lang="en-GB" dirty="0">
                <a:latin typeface="+mj-lt"/>
                <a:ea typeface="+mj-ea"/>
                <a:cs typeface="Courier New" panose="02070309020205020404" pitchFamily="49" charset="0"/>
              </a:rPr>
              <a:t>c</a:t>
            </a:r>
            <a:r>
              <a:rPr lang="en-NL" dirty="0">
                <a:latin typeface="+mj-lt"/>
                <a:ea typeface="+mj-ea"/>
                <a:cs typeface="Courier New" panose="02070309020205020404" pitchFamily="49" charset="0"/>
              </a:rPr>
              <a:t>ontact:</a:t>
            </a:r>
            <a:r>
              <a:rPr lang="en-NL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	wilbert schelvis / </a:t>
            </a:r>
            <a:r>
              <a:rPr lang="en-NL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hlinkClick r:id="rId3"/>
              </a:rPr>
              <a:t>unibox@kpn.com</a:t>
            </a:r>
            <a:endParaRPr lang="en-NL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endParaRPr lang="en-NL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1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6A3F-96AD-A5FD-ED09-C7B4A939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FE1B-E608-B414-8B89-D15AA2EE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what is the cli (refresher)?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D41A-D8FC-C214-23B2-6B20DD2F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command line interface on top of the </a:t>
            </a:r>
            <a:r>
              <a:rPr lang="en-GB" dirty="0" err="1">
                <a:solidFill>
                  <a:srgbClr val="333333"/>
                </a:solidFill>
                <a:latin typeface="San Francisco"/>
              </a:rPr>
              <a:t>dsh</a:t>
            </a:r>
            <a:r>
              <a:rPr lang="en-GB" dirty="0">
                <a:solidFill>
                  <a:srgbClr val="333333"/>
                </a:solidFill>
                <a:latin typeface="San Francisco"/>
              </a:rPr>
              <a:t> rest </a:t>
            </a:r>
            <a:r>
              <a:rPr lang="en-GB" dirty="0" err="1">
                <a:solidFill>
                  <a:srgbClr val="333333"/>
                </a:solidFill>
                <a:latin typeface="San Francisco"/>
              </a:rPr>
              <a:t>api</a:t>
            </a:r>
            <a:endParaRPr lang="en-GB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allows management of resources on the </a:t>
            </a:r>
            <a:r>
              <a:rPr lang="en-GB" dirty="0" err="1">
                <a:solidFill>
                  <a:srgbClr val="333333"/>
                </a:solidFill>
                <a:latin typeface="San Francisco"/>
              </a:rPr>
              <a:t>dsh</a:t>
            </a:r>
            <a:r>
              <a:rPr lang="en-GB" dirty="0">
                <a:solidFill>
                  <a:srgbClr val="333333"/>
                </a:solidFill>
                <a:latin typeface="San Francisco"/>
              </a:rPr>
              <a:t> platform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targeted at development, operations and ci/cd use cases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333333"/>
              </a:solidFill>
              <a:effectLst/>
              <a:latin typeface="San Francisco"/>
            </a:endParaRP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77059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3058-5F0F-6091-3F5E-8FCFF4B0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5B17-2121-7AD9-1551-299C7E25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use cases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D6EC3-3024-1FF4-F692-4BA7CF605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development</a:t>
            </a:r>
            <a:endParaRPr lang="en-GB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operations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ci/cd and scripting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users that prefer a cli over a web interface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alternatives: </a:t>
            </a:r>
            <a:r>
              <a:rPr lang="en-GB" dirty="0" err="1">
                <a:solidFill>
                  <a:srgbClr val="333333"/>
                </a:solidFill>
                <a:latin typeface="San Francisco"/>
              </a:rPr>
              <a:t>dsh</a:t>
            </a:r>
            <a:r>
              <a:rPr lang="en-GB" dirty="0">
                <a:solidFill>
                  <a:srgbClr val="333333"/>
                </a:solidFill>
                <a:latin typeface="San Francisco"/>
              </a:rPr>
              <a:t> console and </a:t>
            </a:r>
            <a:r>
              <a:rPr lang="en-GB" dirty="0" err="1">
                <a:solidFill>
                  <a:srgbClr val="333333"/>
                </a:solidFill>
                <a:latin typeface="San Francisco"/>
              </a:rPr>
              <a:t>dsh</a:t>
            </a:r>
            <a:r>
              <a:rPr lang="en-GB" dirty="0">
                <a:solidFill>
                  <a:srgbClr val="333333"/>
                </a:solidFill>
                <a:latin typeface="San Francisco"/>
              </a:rPr>
              <a:t> studio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387CE-16E5-BDDB-C577-7E3A9B36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90" y="3991554"/>
            <a:ext cx="3802975" cy="2560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F987E-4BF0-F64A-B78F-D674AA2D3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155" y="3991554"/>
            <a:ext cx="3802975" cy="256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6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27B4-BDFF-838A-5404-9F6ECEF1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962B-D3B9-DE13-BD2E-0CE27C44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installation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A83E1-EC92-700A-27A6-7E9EEA009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download pre-built binary from github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33333"/>
                </a:solidFill>
                <a:latin typeface="San Francisco"/>
              </a:rPr>
              <a:t>available for </a:t>
            </a:r>
            <a:r>
              <a:rPr lang="en-GB" sz="2000" dirty="0" err="1">
                <a:solidFill>
                  <a:srgbClr val="333333"/>
                </a:solidFill>
                <a:latin typeface="San Francisco"/>
              </a:rPr>
              <a:t>macos</a:t>
            </a:r>
            <a:r>
              <a:rPr lang="en-GB" sz="2000" dirty="0">
                <a:solidFill>
                  <a:srgbClr val="333333"/>
                </a:solidFill>
                <a:latin typeface="San Francisco"/>
              </a:rPr>
              <a:t> and </a:t>
            </a:r>
            <a:r>
              <a:rPr lang="en-GB" sz="2000" dirty="0" err="1">
                <a:solidFill>
                  <a:srgbClr val="333333"/>
                </a:solidFill>
                <a:latin typeface="San Francisco"/>
              </a:rPr>
              <a:t>linux</a:t>
            </a:r>
            <a:endParaRPr lang="en-GB" sz="2000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github.com/kpn-dsh/dsh-cli/releases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sz="20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clone from github and build it yourself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33333"/>
                </a:solidFill>
                <a:latin typeface="San Francisco"/>
              </a:rPr>
              <a:t>requires rust toolchain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33333"/>
                </a:solidFill>
                <a:latin typeface="San Francisco"/>
              </a:rPr>
              <a:t>requires access to </a:t>
            </a:r>
            <a:r>
              <a:rPr lang="en-GB" sz="2000" b="1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artifactory.kpn.org</a:t>
            </a:r>
            <a:endParaRPr lang="en-GB" sz="20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6596E-B553-DD2A-D49F-4A830F943071}"/>
              </a:ext>
            </a:extLst>
          </p:cNvPr>
          <p:cNvSpPr txBox="1"/>
          <p:nvPr/>
        </p:nvSpPr>
        <p:spPr>
          <a:xfrm>
            <a:off x="4649086" y="4627319"/>
            <a:ext cx="5695064" cy="101566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git clone git@github.com:kpn-dsh/dsh-cli.git</a:t>
            </a:r>
          </a:p>
          <a:p>
            <a:r>
              <a:rPr lang="en-NL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cd dsh-cli</a:t>
            </a:r>
          </a:p>
          <a:p>
            <a:r>
              <a:rPr lang="en-GB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cargo build --release --locked</a:t>
            </a:r>
            <a:endParaRPr lang="en-NL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./target/release/</a:t>
            </a:r>
            <a:r>
              <a:rPr lang="en-GB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endParaRPr lang="en-NL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E3A62-FCA4-80DF-2504-F7609003E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731" y="877120"/>
            <a:ext cx="4037425" cy="29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5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7F20-27DB-A359-6570-011A74A8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92C4-68BE-E07D-369E-F32FF09B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capabilities (1)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CCE79-2778-E086-9335-C85D8A33C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aclgroups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latin typeface="San Francisco"/>
              </a:rPr>
              <a:t>manage </a:t>
            </a:r>
            <a:r>
              <a:rPr lang="en-GB" sz="2400" dirty="0" err="1">
                <a:latin typeface="San Francisco"/>
              </a:rPr>
              <a:t>acl</a:t>
            </a:r>
            <a:r>
              <a:rPr lang="en-GB" sz="2400" dirty="0">
                <a:latin typeface="San Francisco"/>
              </a:rPr>
              <a:t> groups, grant / revoke access to topics</a:t>
            </a:r>
            <a:endParaRPr lang="en-GB" sz="2400" dirty="0">
              <a:solidFill>
                <a:schemeClr val="accent1"/>
              </a:solidFill>
              <a:latin typeface="San Francisc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  <a:cs typeface="Courier New" panose="02070309020205020404" pitchFamily="49" charset="0"/>
              </a:rPr>
              <a:t>directly call </a:t>
            </a:r>
            <a:r>
              <a:rPr lang="en-GB" sz="2400" dirty="0" err="1">
                <a:solidFill>
                  <a:srgbClr val="333333"/>
                </a:solidFill>
                <a:latin typeface="San Francisco"/>
                <a:cs typeface="Courier New" panose="02070309020205020404" pitchFamily="49" charset="0"/>
              </a:rPr>
              <a:t>dsh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 </a:t>
            </a:r>
            <a:r>
              <a:rPr lang="en-GB" sz="2400" dirty="0" err="1">
                <a:solidFill>
                  <a:srgbClr val="333333"/>
                </a:solidFill>
                <a:latin typeface="San Francisco"/>
              </a:rPr>
              <a:t>api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 operations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  <a:cs typeface="Courier New" panose="02070309020205020404" pitchFamily="49" charset="0"/>
              </a:rPr>
              <a:t>view and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 manage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bucket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  <a:cs typeface="Courier New" panose="02070309020205020404" pitchFamily="49" charset="0"/>
              </a:rPr>
              <a:t>view and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 manage buckets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certificate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latin typeface="San Francisco"/>
              </a:rPr>
              <a:t>view and manage certificates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find values used in configurations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image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login via single sign 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logout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  <a:cs typeface="Courier New" panose="02070309020205020404" pitchFamily="49" charset="0"/>
              </a:rPr>
              <a:t>l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ogout from single sign 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manifest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app </a:t>
            </a:r>
            <a:r>
              <a:rPr lang="en-GB" sz="2400" dirty="0" err="1">
                <a:solidFill>
                  <a:srgbClr val="333333"/>
                </a:solidFill>
                <a:latin typeface="San Francisco"/>
              </a:rPr>
              <a:t>catalog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 manifests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metric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metric exports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nodepool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latin typeface="San Francisco"/>
              </a:rPr>
              <a:t>view </a:t>
            </a:r>
            <a:r>
              <a:rPr lang="en-GB" sz="2400" dirty="0" err="1">
                <a:latin typeface="San Francisco"/>
              </a:rPr>
              <a:t>nodepool</a:t>
            </a:r>
            <a:r>
              <a:rPr lang="en-GB" sz="2400" dirty="0">
                <a:latin typeface="San Francisco"/>
              </a:rPr>
              <a:t> resources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platform data and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333333"/>
              </a:solidFill>
              <a:latin typeface="San Francisco"/>
            </a:endParaRP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424069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44F5-B286-98C0-5426-9037728E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8722-2266-9F35-941E-966592F2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capabilities (2)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801A-CF52-80C7-FF24-E3D2708D1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proxy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latin typeface="San Francisco"/>
              </a:rPr>
              <a:t>view, manage and certify </a:t>
            </a:r>
            <a:r>
              <a:rPr lang="en-GB" sz="2400" dirty="0" err="1">
                <a:latin typeface="San Francisco"/>
              </a:rPr>
              <a:t>kafka</a:t>
            </a:r>
            <a:r>
              <a:rPr lang="en-GB" sz="2400" dirty="0">
                <a:latin typeface="San Francisco"/>
              </a:rPr>
              <a:t> proxies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latin typeface="San Francisco"/>
              </a:rPr>
              <a:t>view and manage robot passwords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secret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latin typeface="San Francisco"/>
              </a:rPr>
              <a:t>view and manage secrets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and manage services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setting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and manage tool settings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and manage managed streams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latin typeface="San Francisco"/>
              </a:rPr>
              <a:t>view service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strike="sngStrike" dirty="0">
                <a:solidFill>
                  <a:schemeClr val="tx1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GB" sz="2400" strike="sngStrike" dirty="0">
                <a:solidFill>
                  <a:schemeClr val="tx1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strike="sngStrike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view and manage target configurations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tenant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and manage managed tenants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fetch tokens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topic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and manage scratch topics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vhost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400" dirty="0">
                <a:latin typeface="San Francisco"/>
              </a:rPr>
              <a:t>view and certify </a:t>
            </a:r>
            <a:r>
              <a:rPr lang="en-GB" sz="2400" dirty="0" err="1">
                <a:latin typeface="San Francisco"/>
              </a:rPr>
              <a:t>vhosts</a:t>
            </a:r>
            <a:endParaRPr lang="en-GB" sz="2400" dirty="0">
              <a:latin typeface="San Francisc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volume</a:t>
            </a:r>
            <a:r>
              <a:rPr lang="en-GB" sz="2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sz="2400" dirty="0">
                <a:solidFill>
                  <a:srgbClr val="333333"/>
                </a:solidFill>
                <a:latin typeface="San Francisco"/>
              </a:rPr>
              <a:t>view and manage volumes</a:t>
            </a: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168755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C286-812A-43FA-EDB0-D6369C19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FE9E-11EF-307D-E407-B174013E3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commands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1441-1489-82AC-AB52-6117AB7E7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all commands have help text</a:t>
            </a:r>
            <a:endParaRPr lang="en-GB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tool can generate autocomplete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76A5F-57B9-FF82-C533-5296A6807B79}"/>
              </a:ext>
            </a:extLst>
          </p:cNvPr>
          <p:cNvSpPr txBox="1"/>
          <p:nvPr/>
        </p:nvSpPr>
        <p:spPr>
          <a:xfrm>
            <a:off x="573697" y="2752219"/>
            <a:ext cx="10503673" cy="224676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-h</a:t>
            </a:r>
          </a:p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--help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secret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secret --help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secret create --help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--generate-autocomplete-file &lt;SHELL&gt;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70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6BD8-345E-46D9-658F-1A6DE653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2D50-DB8A-D2FA-4B6E-0DB28C0A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single sign on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9195-86AC-7092-C85F-11145B86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use when working interactive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authenticate via grip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actions are logged on user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single sign on per platform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access to all authorized tenants</a:t>
            </a:r>
            <a:endParaRPr lang="en-GB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AEFBC-7E21-835C-433E-12D7C3DEC917}"/>
              </a:ext>
            </a:extLst>
          </p:cNvPr>
          <p:cNvSpPr txBox="1"/>
          <p:nvPr/>
        </p:nvSpPr>
        <p:spPr>
          <a:xfrm>
            <a:off x="537403" y="4158824"/>
            <a:ext cx="10503673" cy="132343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login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logout</a:t>
            </a:r>
          </a:p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--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authentication single-sign-on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DSH_CLI_AUTHENTICATION=single-sign-on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34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A7E8-2642-75B3-2C47-87D82E08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E5AF-271C-E779-8CA3-AA7A8378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robot password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85B-03E4-FA53-0134-71154CF99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use when working non-interactive (ci/cd or scripting)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actions are logged on platform/tenant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robot password per platform / tenant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access to one single tenant</a:t>
            </a:r>
            <a:endParaRPr lang="en-GB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passwords can be stored in your computer’s keyring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2B8EA-7985-92C6-A7C2-63836D3EE823}"/>
              </a:ext>
            </a:extLst>
          </p:cNvPr>
          <p:cNvSpPr txBox="1"/>
          <p:nvPr/>
        </p:nvSpPr>
        <p:spPr>
          <a:xfrm>
            <a:off x="543753" y="4407886"/>
            <a:ext cx="10503673" cy="1631216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--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authentication robot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DSH_CLI_PASSWORD=[redacted]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DSH_CLI_PASSWORD_FILE=~/.password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[COMMAND]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--password-file ~/.password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robot copy / import / list /set /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unset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update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00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A776-8E2E-35AF-6951-3D197D29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C842-A23F-E239-452E-539F00AA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configuration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C2184-AA97-6CDF-23A7-1C557D990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12884"/>
            <a:ext cx="11445147" cy="24786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environment variables</a:t>
            </a:r>
            <a:endParaRPr lang="en-GB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settings command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San Francisco"/>
              </a:rPr>
              <a:t>command line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2F56F-3997-80D4-8A6C-E2DE4FDFB6A7}"/>
              </a:ext>
            </a:extLst>
          </p:cNvPr>
          <p:cNvSpPr txBox="1"/>
          <p:nvPr/>
        </p:nvSpPr>
        <p:spPr>
          <a:xfrm>
            <a:off x="510197" y="3345442"/>
            <a:ext cx="10503673" cy="193899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--env-vars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--env-var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DSH_CLI_DRY_RUN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DSH_CLI_DRY_RUN=true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settings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setting set dry-run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robot update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nplz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ajuc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--dry-run</a:t>
            </a:r>
            <a:endParaRPr lang="en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4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B01F-AA6F-D7BB-47F1-3BC86290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2946-2937-E562-D879-45FC4BCF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vhost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E47B0-0DDB-C65F-6B8D-240EBA0CA6EC}"/>
              </a:ext>
            </a:extLst>
          </p:cNvPr>
          <p:cNvSpPr txBox="1"/>
          <p:nvPr/>
        </p:nvSpPr>
        <p:spPr>
          <a:xfrm>
            <a:off x="582300" y="2656628"/>
            <a:ext cx="11025000" cy="317009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DSH_CLI_PLATFORM=nplz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DSH_CLI_TENANT=greenbox-dev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manifests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manifest kpn/eavesdropper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app deploy kpn/eavesdropper 0.10.0 demodropper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app show demodropper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app open demodropper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vhosts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vhost show demodropper</a:t>
            </a:r>
            <a:b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vhost add demodropper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F5F20-C01F-D7BB-579C-61968B2D9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add signed certificate to </a:t>
            </a:r>
            <a:r>
              <a:rPr lang="en-GB" sz="2400" dirty="0" err="1">
                <a:latin typeface="San Francisco"/>
              </a:rPr>
              <a:t>vhosts</a:t>
            </a:r>
            <a:r>
              <a:rPr lang="en-GB" sz="2400" dirty="0">
                <a:latin typeface="San Francisco"/>
              </a:rPr>
              <a:t> for apps and services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signing of private </a:t>
            </a:r>
            <a:r>
              <a:rPr lang="en-GB" sz="2400" dirty="0" err="1">
                <a:latin typeface="San Francisco"/>
              </a:rPr>
              <a:t>vhosts</a:t>
            </a:r>
            <a:r>
              <a:rPr lang="en-GB" sz="2400" dirty="0">
                <a:latin typeface="San Francisco"/>
              </a:rPr>
              <a:t> (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kpn.org</a:t>
            </a:r>
            <a:r>
              <a:rPr lang="en-GB" sz="2400" dirty="0">
                <a:latin typeface="San Francisco"/>
              </a:rPr>
              <a:t>) via rock </a:t>
            </a:r>
            <a:r>
              <a:rPr lang="en-GB" sz="2400" dirty="0" err="1">
                <a:latin typeface="San Francisco"/>
              </a:rPr>
              <a:t>api</a:t>
            </a:r>
            <a:endParaRPr lang="en-GB" sz="2400" dirty="0"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205191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2D9D-6580-B5E2-EE88-AC468149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EF75-5AD4-3F74-5B45-8B67C54D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proxy – create bundle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14380-43F7-C08F-40B1-344C91AE92F0}"/>
              </a:ext>
            </a:extLst>
          </p:cNvPr>
          <p:cNvSpPr txBox="1"/>
          <p:nvPr/>
        </p:nvSpPr>
        <p:spPr>
          <a:xfrm>
            <a:off x="557400" y="3009584"/>
            <a:ext cx="11333380" cy="132343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export DSH_CLI_TENANT=rguc</a:t>
            </a:r>
            <a:b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proxy create my-proxy</a:t>
            </a:r>
            <a:b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ls -al /Users/wilbert/.dsh_cli/targets/np-aws-lz-dsh/rguc/bundles/proxy/my-proxy</a:t>
            </a:r>
            <a:b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cat /Users/wilbert/.dsh_cli/targets/np-aws-lz-dsh/rguc/bundles/proxy/my-proxy/bundle.toml</a:t>
            </a:r>
            <a:b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proxys --bundle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18CB-0468-2F50-03CE-4F2DEF59D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contains all configuration parameters for a </a:t>
            </a:r>
            <a:r>
              <a:rPr lang="en-GB" sz="2400" dirty="0" err="1">
                <a:latin typeface="San Francisco"/>
              </a:rPr>
              <a:t>kafka</a:t>
            </a:r>
            <a:r>
              <a:rPr lang="en-GB" sz="2400" dirty="0">
                <a:latin typeface="San Francisco"/>
              </a:rPr>
              <a:t> proxy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contains all certificates (possibly signed) and keys for a </a:t>
            </a:r>
            <a:r>
              <a:rPr lang="en-GB" sz="2400" dirty="0" err="1">
                <a:latin typeface="San Francisco"/>
              </a:rPr>
              <a:t>kafka</a:t>
            </a:r>
            <a:r>
              <a:rPr lang="en-GB" sz="2400" dirty="0">
                <a:latin typeface="San Francisco"/>
              </a:rPr>
              <a:t> proxy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contains all configuration parameters needed to create example code</a:t>
            </a: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291909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917B-2B81-2965-0916-7CE9911A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10CD-3A37-DF69-3F40-D4EA2A01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proxy - deploy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CDCED-C5F1-57E7-833E-5A240874B051}"/>
              </a:ext>
            </a:extLst>
          </p:cNvPr>
          <p:cNvSpPr txBox="1"/>
          <p:nvPr/>
        </p:nvSpPr>
        <p:spPr>
          <a:xfrm>
            <a:off x="582300" y="2633960"/>
            <a:ext cx="11025000" cy="92333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proxy deploy my-proxy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proxys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proxy show my-proxy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C8118-4CDE-A3E7-CD22-8889D7B2B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creates and deploys the required secrets containing the certificates and keys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creates and deploys the </a:t>
            </a:r>
            <a:r>
              <a:rPr lang="en-GB" sz="2400" dirty="0" err="1">
                <a:latin typeface="San Francisco"/>
              </a:rPr>
              <a:t>kafka</a:t>
            </a:r>
            <a:r>
              <a:rPr lang="en-GB" sz="2400" dirty="0">
                <a:latin typeface="San Francisco"/>
              </a:rPr>
              <a:t> proxy</a:t>
            </a: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3029408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3926-B30E-CC6E-5656-6B9254FC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E040-42FC-F0D8-66C6-F32063C1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proxy – generate example code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352D5-B01A-C657-7E42-A16506390C5A}"/>
              </a:ext>
            </a:extLst>
          </p:cNvPr>
          <p:cNvSpPr txBox="1"/>
          <p:nvPr/>
        </p:nvSpPr>
        <p:spPr>
          <a:xfrm>
            <a:off x="531000" y="3715371"/>
            <a:ext cx="11025000" cy="120032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proxy code my-proxy scala3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cd my-proxy-example-scala3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ls -al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sbt "runMain org.kpn.dsh.proxy.my_proxy.ListTopics"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7B03-29EE-BF90-1754-C3ED7DFB9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2551590"/>
          </a:xfrm>
        </p:spPr>
        <p:txBody>
          <a:bodyPr/>
          <a:lstStyle/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400" dirty="0" err="1">
                <a:latin typeface="San Francisco"/>
              </a:rPr>
              <a:t>javascript</a:t>
            </a:r>
            <a:r>
              <a:rPr lang="en-GB" sz="2400" dirty="0">
                <a:latin typeface="San Francisco"/>
              </a:rPr>
              <a:t> (with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r>
              <a:rPr lang="en-GB" sz="2400" dirty="0">
                <a:latin typeface="San Francisco"/>
              </a:rPr>
              <a:t>)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400" dirty="0" err="1">
                <a:latin typeface="San Francisco"/>
              </a:rPr>
              <a:t>json</a:t>
            </a:r>
            <a:r>
              <a:rPr lang="en-GB" sz="2400" dirty="0">
                <a:latin typeface="San Francisco"/>
              </a:rPr>
              <a:t> configuration file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python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rust (with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Cargo.toml</a:t>
            </a:r>
            <a:r>
              <a:rPr lang="en-GB" sz="2400" dirty="0">
                <a:latin typeface="San Francisco"/>
              </a:rPr>
              <a:t>)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scala3 (with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build.sbt</a:t>
            </a:r>
            <a:r>
              <a:rPr lang="en-GB" sz="2400" dirty="0">
                <a:latin typeface="San Francisco"/>
              </a:rPr>
              <a:t>)</a:t>
            </a:r>
            <a:endParaRPr lang="en-GB" sz="2400" dirty="0">
              <a:solidFill>
                <a:srgbClr val="333333"/>
              </a:solidFill>
              <a:latin typeface="San Francisco"/>
            </a:endParaRP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2901398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1261-87F7-4619-FC31-2376FC3A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6612-D053-F764-1556-035F22CC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proxy -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aclgroups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5797D-1143-3FB1-435B-11331D7F756E}"/>
              </a:ext>
            </a:extLst>
          </p:cNvPr>
          <p:cNvSpPr txBox="1"/>
          <p:nvPr/>
        </p:nvSpPr>
        <p:spPr>
          <a:xfrm>
            <a:off x="531000" y="2609075"/>
            <a:ext cx="11025000" cy="120032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topics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dsh aclgroup create my-aclgroup --read-topic bad-jokes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sbt "runMain org.kpn.dsh.proxy.my_proxy.ListTopics"</a:t>
            </a:r>
            <a:b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sbt "runMain org.kpn.dsh.proxy.my_proxy.Consumer scratch.bad-jokes.rguc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57F0-95A3-3141-6E42-FCBF8D3FC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create </a:t>
            </a:r>
            <a:r>
              <a:rPr lang="en-GB" sz="2400" dirty="0" err="1">
                <a:latin typeface="San Francisco"/>
              </a:rPr>
              <a:t>aclgroups</a:t>
            </a:r>
            <a:endParaRPr lang="en-GB" sz="2400" dirty="0">
              <a:latin typeface="San Francisc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grant the </a:t>
            </a:r>
            <a:r>
              <a:rPr lang="en-GB" sz="2400" dirty="0" err="1">
                <a:latin typeface="San Francisco"/>
              </a:rPr>
              <a:t>aclgroup</a:t>
            </a:r>
            <a:r>
              <a:rPr lang="en-GB" sz="2400" dirty="0">
                <a:latin typeface="San Francisco"/>
              </a:rPr>
              <a:t> read/write access rights to topics</a:t>
            </a: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2295134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166C-69BA-F8BD-328C-F2B6B7E2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6D0A-7AD8-DAE3-E5A2-8C5B327B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certificates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1559C-D9B2-4046-887E-EE56194DEA3E}"/>
              </a:ext>
            </a:extLst>
          </p:cNvPr>
          <p:cNvSpPr txBox="1"/>
          <p:nvPr/>
        </p:nvSpPr>
        <p:spPr>
          <a:xfrm>
            <a:off x="531000" y="3610831"/>
            <a:ext cx="11025000" cy="203132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certificates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 show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demodropper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-cert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certificates --issues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certificates --issues --expiration 300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certificates --issues --all-tenants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certificates --rock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certificates --rock-domains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35585-ABF8-31F8-5BEA-8C52428B8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detailed certificate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show potential certificate issues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show potential certificate issues for all authorized tenants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list rock certificates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list rock domains</a:t>
            </a: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3861653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D76F-83CC-3AFE-5996-5AF8FB0C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9DC7-ED06-4957-796E-53320B1C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secrets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A646-62D6-7269-15B1-04B36C1AD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9222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detailed secret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show potential secret issues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show potential secret issues for all authorized tenants</a:t>
            </a:r>
            <a:endParaRPr lang="en-GB" dirty="0">
              <a:solidFill>
                <a:srgbClr val="333333"/>
              </a:solidFill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8A8C8-18DD-FA55-3B1F-67C02D8B3831}"/>
              </a:ext>
            </a:extLst>
          </p:cNvPr>
          <p:cNvSpPr txBox="1"/>
          <p:nvPr/>
        </p:nvSpPr>
        <p:spPr>
          <a:xfrm>
            <a:off x="531000" y="3013931"/>
            <a:ext cx="11025000" cy="147732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secrets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secret show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-server-cert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secrets --issues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secrets --issues --expiration 300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secrets --issues --all-tenants</a:t>
            </a:r>
          </a:p>
        </p:txBody>
      </p:sp>
    </p:spTree>
    <p:extLst>
      <p:ext uri="{BB962C8B-B14F-4D97-AF65-F5344CB8AC3E}">
        <p14:creationId xmlns:p14="http://schemas.microsoft.com/office/powerpoint/2010/main" val="303407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5481-4665-5C1D-ED8D-EE31E3F6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5A4C-19C5-AA21-A7AB-A3E5EBB5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tenant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E5447-5182-C7AA-90E6-3A4B73AF340D}"/>
              </a:ext>
            </a:extLst>
          </p:cNvPr>
          <p:cNvSpPr txBox="1"/>
          <p:nvPr/>
        </p:nvSpPr>
        <p:spPr>
          <a:xfrm>
            <a:off x="633600" y="1407381"/>
            <a:ext cx="11025000" cy="36933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tenant -h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Show and manage tenants on the DSH.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Usage: </a:t>
            </a:r>
            <a:r>
              <a:rPr lang="en-GB" dirty="0" err="1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tenant 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[OPTIONS] [COMMAND]</a:t>
            </a:r>
          </a:p>
          <a:p>
            <a:endParaRPr lang="en-GB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Commands: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create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Create managed tenant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delete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Delete managed tenant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grant 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Grant access rights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list  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List managed tenants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revoke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Revoke access rights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show  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Show managed tenant configuration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update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Update managed tenant limits</a:t>
            </a:r>
          </a:p>
        </p:txBody>
      </p:sp>
    </p:spTree>
    <p:extLst>
      <p:ext uri="{BB962C8B-B14F-4D97-AF65-F5344CB8AC3E}">
        <p14:creationId xmlns:p14="http://schemas.microsoft.com/office/powerpoint/2010/main" val="1067883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2C0F5-CD26-B85D-A604-672A1C49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88DF-0910-68E4-59AC-399C48C3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stream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5189B-014F-A97F-5D8A-0FEE31B2580D}"/>
              </a:ext>
            </a:extLst>
          </p:cNvPr>
          <p:cNvSpPr txBox="1"/>
          <p:nvPr/>
        </p:nvSpPr>
        <p:spPr>
          <a:xfrm>
            <a:off x="633600" y="1407381"/>
            <a:ext cx="11025000" cy="286232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stream -h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Show, manage and list internal and public managed streams.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Usage: </a:t>
            </a:r>
            <a:r>
              <a:rPr lang="en-GB" dirty="0" err="1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dsh</a:t>
            </a:r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stream 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[OPTIONS] [COMMAND]</a:t>
            </a:r>
          </a:p>
          <a:p>
            <a:endParaRPr lang="en-GB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Commands: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create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Create stream</a:t>
            </a:r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delete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Delete managed stream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List streams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00AA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Show manages stream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398275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593C-08D1-8B38-D4C7-01238F3B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D148-EBDC-D123-0962-6BF75982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dsh-api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dirty="0"/>
              <a:t>on </a:t>
            </a:r>
            <a:r>
              <a:rPr lang="en-GB" dirty="0" err="1"/>
              <a:t>crates.io</a:t>
            </a:r>
            <a:r>
              <a:rPr lang="en-GB" dirty="0"/>
              <a:t> and </a:t>
            </a:r>
            <a:r>
              <a:rPr lang="en-GB" dirty="0" err="1"/>
              <a:t>docs.rs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6D9FD-2367-E586-F0EA-1E511013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800" y="1609570"/>
            <a:ext cx="5525910" cy="45342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353EAD-707D-182D-925C-C0E67E145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96" y="1609570"/>
            <a:ext cx="5525910" cy="45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59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921D7-EB52-DFC9-E8A3-ED132191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9E00-4C1B-C121-9BE3-22F2CAA6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rock-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GB" dirty="0"/>
              <a:t>on </a:t>
            </a:r>
            <a:r>
              <a:rPr lang="en-GB" dirty="0" err="1"/>
              <a:t>artifactory</a:t>
            </a:r>
            <a:r>
              <a:rPr lang="en-GB" dirty="0"/>
              <a:t> and github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A1889-3124-8B07-0482-BBC8E563C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1609569"/>
            <a:ext cx="5729150" cy="3735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95732C-6CA1-297E-24AE-228E22113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800" y="1609569"/>
            <a:ext cx="5729149" cy="373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61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231D-DB4E-D339-5089-4BA09652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E34-EC54-5BE6-E4A0-1BC7D48A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121EE1-9602-16DB-B8A8-351010E5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06060"/>
            <a:ext cx="11445147" cy="47939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 err="1">
                <a:latin typeface="San Francisco"/>
              </a:rPr>
              <a:t>dsh</a:t>
            </a:r>
            <a:r>
              <a:rPr lang="en-GB" sz="2400" dirty="0">
                <a:latin typeface="San Francisco"/>
              </a:rPr>
              <a:t> cli tool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github repo 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  <a:latin typeface="San Francisco"/>
              </a:rPr>
              <a:t>(https://</a:t>
            </a:r>
            <a:r>
              <a:rPr lang="en-GB" sz="2000" dirty="0" err="1">
                <a:solidFill>
                  <a:schemeClr val="bg2">
                    <a:lumMod val="75000"/>
                  </a:schemeClr>
                </a:solidFill>
                <a:latin typeface="San Francisco"/>
              </a:rPr>
              <a:t>github.com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  <a:latin typeface="San Francisco"/>
              </a:rPr>
              <a:t>/kpn-dsh/</a:t>
            </a:r>
            <a:r>
              <a:rPr lang="en-GB" sz="2000" dirty="0" err="1">
                <a:solidFill>
                  <a:schemeClr val="bg2">
                    <a:lumMod val="75000"/>
                  </a:schemeClr>
                </a:solidFill>
                <a:latin typeface="San Francisco"/>
              </a:rPr>
              <a:t>dsh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  <a:latin typeface="San Francisco"/>
              </a:rPr>
              <a:t>-cli)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quick-start 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(https://github.com/kpn-dsh/dsh-cli/blob/master/docs/quick-start.md)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San Francisco"/>
              </a:rPr>
              <a:t>crates.io</a:t>
            </a:r>
            <a:r>
              <a:rPr lang="en-GB" sz="2000" dirty="0">
                <a:latin typeface="San Francisco"/>
              </a:rPr>
              <a:t>, until version 0.10.0 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  <a:latin typeface="San Francisco"/>
              </a:rPr>
              <a:t>(https://</a:t>
            </a:r>
            <a:r>
              <a:rPr lang="en-GB" sz="2000" dirty="0" err="1">
                <a:solidFill>
                  <a:schemeClr val="bg2">
                    <a:lumMod val="75000"/>
                  </a:schemeClr>
                </a:solidFill>
                <a:latin typeface="San Francisco"/>
              </a:rPr>
              <a:t>crates.io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  <a:latin typeface="San Francisco"/>
              </a:rPr>
              <a:t>/crates/</a:t>
            </a:r>
            <a:r>
              <a:rPr lang="en-GB" sz="2000" dirty="0" err="1">
                <a:solidFill>
                  <a:schemeClr val="bg2">
                    <a:lumMod val="75000"/>
                  </a:schemeClr>
                </a:solidFill>
                <a:latin typeface="San Francisco"/>
              </a:rPr>
              <a:t>dsh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  <a:latin typeface="San Francisco"/>
              </a:rPr>
              <a:t>)</a:t>
            </a:r>
            <a:endParaRPr lang="en-GB" sz="2000" dirty="0">
              <a:latin typeface="San Francisco"/>
            </a:endParaRP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2">
                  <a:lumMod val="75000"/>
                </a:schemeClr>
              </a:solidFill>
              <a:latin typeface="San Francisc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 err="1">
                <a:latin typeface="San Francisco"/>
              </a:rPr>
              <a:t>dsh</a:t>
            </a:r>
            <a:r>
              <a:rPr lang="en-GB" sz="2400" dirty="0">
                <a:latin typeface="San Francisco"/>
              </a:rPr>
              <a:t> </a:t>
            </a:r>
            <a:r>
              <a:rPr lang="en-GB" sz="2400" dirty="0" err="1">
                <a:latin typeface="San Francisco"/>
              </a:rPr>
              <a:t>api</a:t>
            </a:r>
            <a:r>
              <a:rPr lang="en-GB" sz="2400" dirty="0">
                <a:latin typeface="San Francisco"/>
              </a:rPr>
              <a:t> library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github repo 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(https://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github.com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kpn-dsh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dsh-api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)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rust dependency 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(https://crates.io/crates/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dsh_api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)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documentation 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(https://docs.rs/dsh_api/0.11.0/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dsh_api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)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endParaRPr lang="en-GB" sz="2000" dirty="0">
              <a:latin typeface="San Francisc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an Francisco"/>
              </a:rPr>
              <a:t>rock </a:t>
            </a:r>
            <a:r>
              <a:rPr lang="en-GB" sz="2400" dirty="0" err="1">
                <a:latin typeface="San Francisco"/>
              </a:rPr>
              <a:t>api</a:t>
            </a:r>
            <a:r>
              <a:rPr lang="en-GB" sz="2400" dirty="0">
                <a:latin typeface="San Francisco"/>
              </a:rPr>
              <a:t> library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github repo 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(https://github.com/kpn-dsh/rock-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api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-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rs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)</a:t>
            </a:r>
          </a:p>
          <a:p>
            <a:pPr marL="781200" lvl="2" indent="-457200">
              <a:buFont typeface="Arial" panose="020B0604020202020204" pitchFamily="34" charset="0"/>
              <a:buChar char="•"/>
            </a:pPr>
            <a:r>
              <a:rPr lang="en-GB" sz="2000" dirty="0">
                <a:latin typeface="San Francisco"/>
              </a:rPr>
              <a:t>rust dependency and documentation 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(https://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artifacts.kpn.org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/</a:t>
            </a:r>
            <a:r>
              <a:rPr lang="en-GB" sz="2000" dirty="0" err="1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ui</a:t>
            </a:r>
            <a:r>
              <a:rPr lang="en-GB" sz="2000" dirty="0">
                <a:solidFill>
                  <a:schemeClr val="tx1">
                    <a:lumMod val="25000"/>
                    <a:lumOff val="75000"/>
                  </a:schemeClr>
                </a:solidFill>
                <a:latin typeface="San Francisco"/>
              </a:rPr>
              <a:t>/packages/cargo:%2F%2Frock_api)</a:t>
            </a:r>
          </a:p>
          <a:p>
            <a:pPr lvl="2" indent="0">
              <a:buNone/>
            </a:pPr>
            <a:endParaRPr lang="en-GB" dirty="0">
              <a:solidFill>
                <a:srgbClr val="333333"/>
              </a:solidFill>
              <a:latin typeface="Sa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3785548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53E1-B10B-B773-989E-18F7EF03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D74E-523E-A28C-A4B3-ACDC374A6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69" y="1292737"/>
            <a:ext cx="10106171" cy="3893574"/>
          </a:xfrm>
        </p:spPr>
        <p:txBody>
          <a:bodyPr/>
          <a:lstStyle/>
          <a:p>
            <a:br>
              <a:rPr lang="en-NL" dirty="0"/>
            </a:br>
            <a:r>
              <a:rPr lang="en-NL" sz="6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rtfm</a:t>
            </a:r>
            <a:endParaRPr lang="en-NL" sz="6000" dirty="0"/>
          </a:p>
        </p:txBody>
      </p:sp>
    </p:spTree>
    <p:extLst>
      <p:ext uri="{BB962C8B-B14F-4D97-AF65-F5344CB8AC3E}">
        <p14:creationId xmlns:p14="http://schemas.microsoft.com/office/powerpoint/2010/main" val="996440683"/>
      </p:ext>
    </p:extLst>
  </p:cSld>
  <p:clrMapOvr>
    <a:masterClrMapping/>
  </p:clrMapOvr>
</p:sld>
</file>

<file path=ppt/theme/theme1.xml><?xml version="1.0" encoding="utf-8"?>
<a:theme xmlns:a="http://schemas.openxmlformats.org/drawingml/2006/main" name="KPN 2020 - Shape combi">
  <a:themeElements>
    <a:clrScheme name="KPN 2020">
      <a:dk1>
        <a:srgbClr val="1E1E1E"/>
      </a:dk1>
      <a:lt1>
        <a:srgbClr val="FFFFFF"/>
      </a:lt1>
      <a:dk2>
        <a:srgbClr val="1E1E1E"/>
      </a:dk2>
      <a:lt2>
        <a:srgbClr val="F5F5F5"/>
      </a:lt2>
      <a:accent1>
        <a:srgbClr val="00C300"/>
      </a:accent1>
      <a:accent2>
        <a:srgbClr val="009900"/>
      </a:accent2>
      <a:accent3>
        <a:srgbClr val="F5F5F5"/>
      </a:accent3>
      <a:accent4>
        <a:srgbClr val="00AAFF"/>
      </a:accent4>
      <a:accent5>
        <a:srgbClr val="005AFF"/>
      </a:accent5>
      <a:accent6>
        <a:srgbClr val="00009E"/>
      </a:accent6>
      <a:hlink>
        <a:srgbClr val="1E1E1E"/>
      </a:hlink>
      <a:folHlink>
        <a:srgbClr val="8C968C"/>
      </a:folHlink>
    </a:clrScheme>
    <a:fontScheme name="KPN metric">
      <a:majorFont>
        <a:latin typeface="KPN Metric SemiBold"/>
        <a:ea typeface=""/>
        <a:cs typeface=""/>
      </a:majorFont>
      <a:minorFont>
        <a:latin typeface="KPN Metr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PN Green">
      <a:srgbClr val="00C300"/>
    </a:custClr>
    <a:custClr name="UX Green">
      <a:srgbClr val="009900"/>
    </a:custClr>
    <a:custClr name="Off white">
      <a:srgbClr val="F5F5F5"/>
    </a:custClr>
    <a:custClr name="Licht Blauw">
      <a:srgbClr val="00AAFF"/>
    </a:custClr>
    <a:custClr name="Midden Blauw">
      <a:srgbClr val="005AFF"/>
    </a:custClr>
    <a:custClr name="Donker Blauw">
      <a:srgbClr val="00009E"/>
    </a:custClr>
    <a:custClr name="KPN Black">
      <a:srgbClr val="1E1E1E"/>
    </a:custClr>
    <a:custClr name="Donker Grijs">
      <a:srgbClr val="8C968C"/>
    </a:custClr>
    <a:custClr name="Licht Grijs">
      <a:srgbClr val="C8CDC8"/>
    </a:custClr>
    <a:custClr name="Donker Groen">
      <a:srgbClr val="005A00"/>
    </a:custClr>
    <a:custClr name="XS4ALL">
      <a:srgbClr val="FFDC00"/>
    </a:custClr>
    <a:custClr name="KPN Lime">
      <a:srgbClr val="E6FF00"/>
    </a:custClr>
    <a:custClr name="KPN Grijs">
      <a:srgbClr val="E2E2E2"/>
    </a:custClr>
  </a:custClrLst>
  <a:extLst>
    <a:ext uri="{05A4C25C-085E-4340-85A3-A5531E510DB2}">
      <thm15:themeFamily xmlns:thm15="http://schemas.microsoft.com/office/thememl/2012/main" name="KPN_2020_Template_LogoBasisShapeCombi_20201202.potx" id="{1CBF3B12-940D-41B5-BA04-ADC73884960C}" vid="{3409D221-DF20-480C-A149-C08F5ED1EF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DDE6F8-3222-B445-89AE-AE3D44D61716}">
  <we:reference id="f1abd87f-a3ba-42fb-91d5-100000000000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30C677CC08D0479C51B95C68C4556A" ma:contentTypeVersion="15" ma:contentTypeDescription="Create a new document." ma:contentTypeScope="" ma:versionID="9e609192833c1628ac295bba072dac20">
  <xsd:schema xmlns:xsd="http://www.w3.org/2001/XMLSchema" xmlns:xs="http://www.w3.org/2001/XMLSchema" xmlns:p="http://schemas.microsoft.com/office/2006/metadata/properties" xmlns:ns2="cbc432d1-7015-4f33-b6a5-d80ed5df3039" xmlns:ns3="878979bd-e5b5-4458-9486-c3f1fad67d66" targetNamespace="http://schemas.microsoft.com/office/2006/metadata/properties" ma:root="true" ma:fieldsID="92e39967dbe7a49c60dd65671422eaeb" ns2:_="" ns3:_="">
    <xsd:import namespace="cbc432d1-7015-4f33-b6a5-d80ed5df3039"/>
    <xsd:import namespace="878979bd-e5b5-4458-9486-c3f1fad67d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c432d1-7015-4f33-b6a5-d80ed5df30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5f1879e-4599-40ca-b4bd-4762df11a6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8979bd-e5b5-4458-9486-c3f1fad67d6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973e0ec-e341-4f99-a6da-086c12dd3780}" ma:internalName="TaxCatchAll" ma:showField="CatchAllData" ma:web="878979bd-e5b5-4458-9486-c3f1fad67d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bc432d1-7015-4f33-b6a5-d80ed5df3039">
      <Terms xmlns="http://schemas.microsoft.com/office/infopath/2007/PartnerControls"/>
    </lcf76f155ced4ddcb4097134ff3c332f>
    <TaxCatchAll xmlns="878979bd-e5b5-4458-9486-c3f1fad67d66" xsi:nil="true"/>
    <SharedWithUsers xmlns="878979bd-e5b5-4458-9486-c3f1fad67d66">
      <UserInfo>
        <DisplayName>Maasdam, Michael</DisplayName>
        <AccountId>355</AccountId>
        <AccountType/>
      </UserInfo>
      <UserInfo>
        <DisplayName>Rienks, Rutger</DisplayName>
        <AccountId>14</AccountId>
        <AccountType/>
      </UserInfo>
      <UserInfo>
        <DisplayName>Visser, Sjoerd</DisplayName>
        <AccountId>376</AccountId>
        <AccountType/>
      </UserInfo>
      <UserInfo>
        <DisplayName>Luijten, Guido</DisplayName>
        <AccountId>270</AccountId>
        <AccountType/>
      </UserInfo>
      <UserInfo>
        <DisplayName>Meer, Sven van der</DisplayName>
        <AccountId>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167C9BC1-01AF-4692-A890-0BA44EA847FF}">
  <ds:schemaRefs>
    <ds:schemaRef ds:uri="878979bd-e5b5-4458-9486-c3f1fad67d66"/>
    <ds:schemaRef ds:uri="cbc432d1-7015-4f33-b6a5-d80ed5df30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2E9527F-E82B-448F-8A30-97E6B39E9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F952D-E098-49A3-8E35-FEF88893BBB9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878979bd-e5b5-4458-9486-c3f1fad67d66"/>
    <ds:schemaRef ds:uri="cbc432d1-7015-4f33-b6a5-d80ed5df3039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2dc6f62-bb58-4b94-b6ca-9af54699d31b}" enabled="1" method="Standard" siteId="{d7790549-8c35-40ea-ad75-954ac3e86be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26663</TotalTime>
  <Words>1339</Words>
  <Application>Microsoft Macintosh PowerPoint</Application>
  <PresentationFormat>Widescreen</PresentationFormat>
  <Paragraphs>198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KPN Accent Light</vt:lpstr>
      <vt:lpstr>KPN Metric</vt:lpstr>
      <vt:lpstr>KPN Metric SemiBold</vt:lpstr>
      <vt:lpstr>San Francisco</vt:lpstr>
      <vt:lpstr>Symbol</vt:lpstr>
      <vt:lpstr>KPN 2020 - Shape combi</vt:lpstr>
      <vt:lpstr>Custom Design</vt:lpstr>
      <vt:lpstr> dsh cli   </vt:lpstr>
      <vt:lpstr>what is the cli (refresher)?</vt:lpstr>
      <vt:lpstr>use cases</vt:lpstr>
      <vt:lpstr>installation</vt:lpstr>
      <vt:lpstr>capabilities (1)</vt:lpstr>
      <vt:lpstr>capabilities (2)</vt:lpstr>
      <vt:lpstr>help commands</vt:lpstr>
      <vt:lpstr>single sign on</vt:lpstr>
      <vt:lpstr>robot password</vt:lpstr>
      <vt:lpstr>configuration</vt:lpstr>
      <vt:lpstr>vhost</vt:lpstr>
      <vt:lpstr>proxy – create bundle</vt:lpstr>
      <vt:lpstr>proxy - deploy</vt:lpstr>
      <vt:lpstr>proxy – generate example code</vt:lpstr>
      <vt:lpstr>proxy - aclgroups</vt:lpstr>
      <vt:lpstr>certificates</vt:lpstr>
      <vt:lpstr>secrets</vt:lpstr>
      <vt:lpstr>dsh tenant</vt:lpstr>
      <vt:lpstr>dsh stream</vt:lpstr>
      <vt:lpstr>dsh-api – on crates.io and docs.rs</vt:lpstr>
      <vt:lpstr>rock-api-rs – on artifactory and github</vt:lpstr>
      <vt:lpstr>resources</vt:lpstr>
      <vt:lpstr> rtfm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Kollenstart, M. (Maarten)</dc:creator>
  <cp:lastModifiedBy>Schelvis, Wilbert</cp:lastModifiedBy>
  <cp:revision>55</cp:revision>
  <dcterms:created xsi:type="dcterms:W3CDTF">2021-07-13T10:16:47Z</dcterms:created>
  <dcterms:modified xsi:type="dcterms:W3CDTF">2026-10-23T15:27:29Z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dc6f62-bb58-4b94-b6ca-9af54699d31b_Enabled">
    <vt:lpwstr>true</vt:lpwstr>
  </property>
  <property fmtid="{D5CDD505-2E9C-101B-9397-08002B2CF9AE}" pid="3" name="MSIP_Label_d2dc6f62-bb58-4b94-b6ca-9af54699d31b_SetDate">
    <vt:lpwstr>2021-07-13T10:17:00Z</vt:lpwstr>
  </property>
  <property fmtid="{D5CDD505-2E9C-101B-9397-08002B2CF9AE}" pid="4" name="MSIP_Label_d2dc6f62-bb58-4b94-b6ca-9af54699d31b_Method">
    <vt:lpwstr>Standard</vt:lpwstr>
  </property>
  <property fmtid="{D5CDD505-2E9C-101B-9397-08002B2CF9AE}" pid="5" name="MSIP_Label_d2dc6f62-bb58-4b94-b6ca-9af54699d31b_Name">
    <vt:lpwstr>d2dc6f62-bb58-4b94-b6ca-9af54699d31b</vt:lpwstr>
  </property>
  <property fmtid="{D5CDD505-2E9C-101B-9397-08002B2CF9AE}" pid="6" name="MSIP_Label_d2dc6f62-bb58-4b94-b6ca-9af54699d31b_SiteId">
    <vt:lpwstr>d7790549-8c35-40ea-ad75-954ac3e86be8</vt:lpwstr>
  </property>
  <property fmtid="{D5CDD505-2E9C-101B-9397-08002B2CF9AE}" pid="7" name="MSIP_Label_d2dc6f62-bb58-4b94-b6ca-9af54699d31b_ActionId">
    <vt:lpwstr>7b15ef0c-e071-437b-b4d3-1dca1f2cc164</vt:lpwstr>
  </property>
  <property fmtid="{D5CDD505-2E9C-101B-9397-08002B2CF9AE}" pid="8" name="MSIP_Label_d2dc6f62-bb58-4b94-b6ca-9af54699d31b_ContentBits">
    <vt:lpwstr>0</vt:lpwstr>
  </property>
  <property fmtid="{D5CDD505-2E9C-101B-9397-08002B2CF9AE}" pid="9" name="ContentTypeId">
    <vt:lpwstr>0x0101008230C677CC08D0479C51B95C68C4556A</vt:lpwstr>
  </property>
  <property fmtid="{D5CDD505-2E9C-101B-9397-08002B2CF9AE}" pid="10" name="MediaServiceImageTags">
    <vt:lpwstr/>
  </property>
</Properties>
</file>